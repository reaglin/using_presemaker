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module on generating student learning outcomes with Bloom's Taxonomy. Throughout this presentation, you will learn what strong learning outcomes look like, how Bloom's Taxonomy provides a framework for calibrating them, and how PreseMaker automates and supports this process from topic analysis through content generation.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Student learning outcomes, or SLOs, are the starting point for any well-designed instructional module. They define what a learner is expected to know, understand, or be able to do by the end of instruction. Because every subsequent design decision — content, assessment, activities — flows from the SLO, getting this right is critical. The key trait that separates a strong SLO from a vague objective is measurability: you must be able to observe and evaluate whether a learner has actually achieved the stated outcome.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High-quality SLOs share several defining characteristics. They are specific enough to be unambiguous, observable so performance can be evaluated, and directly tied to the topics covered in the module. When SLOs are grounded in module content, they ensure that what learners are expected to achieve matches what they are actually taught. This alignment makes SLOs reliable guides for both the designer building the module and the learner working through it.</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Bloom's Taxonomy is a hierarchical framework that categorizes cognitive skills into six levels: Remember, Understand, Apply, Analyze, Evaluate, and Create. Each level represents a progressively deeper form of cognitive engagement. Instructional designers use this framework to ensure that the expectations embedded in a learning outcome match the actual depth of learning the module is designed to produce. Selecting the right level is essential to writing outcomes that are both achievable and meaningful.</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first three levels of Bloom's Taxonomy cover foundational to intermediate cognitive skills. At the Remember level, learners recall facts and basic concepts. At the Understand level, they demonstrate comprehension by interpreting or explaining ideas. At the Apply level, learners take that understanding and use it in real or simulated contexts to carry out tasks or solve problems. These three levels are commonly targeted in introductory and procedural e-learning modules.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upper three levels of Bloom's Taxonomy represent higher-order cognitive skills. At the Analyze level, learners break down complex information, identify patterns, and draw distinctions. At the Evaluate level, they assess the quality, credibility, or value of information or solutions using defined criteria. At the Create level — the highest — learners synthesize their knowledge and skills to design, construct, or produce something new and original. These levels are appropriate for advanced modules where learners are expected to demonstrate expert-level thinking.</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automates the SLO generation process through a structured, multi-step workflow. It begins by analyzing the topics provided for a module, identifying the core knowledge domains and concepts within each one. Those concepts are then mapped to the most appropriate Bloom's level based on the complexity of the expected learning. PreseMaker selects action verbs associated with that level and combines everything — subject matter, verb, and cognitive level — into a complete, well-formed SLO statement. Importantly, these generated SLOs are not endpoints; they become the driving targets for every piece of content, every assessment, and every activity generated downstream.</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Calibrating an outcome means deliberately aligning the cognitive demand embedded in the SLO to the actual learning goal for that module. Before selecting a Bloom's level, designers must determine what cognitive work learners are genuinely expected to perform. Each level has recognizable characteristics — specific mental processes and task types — that distinguish it from others. Action verbs serve as the clearest linguistic signal of that level, so selecting the right verb is essential. A common calibration error is using a verb from one level while the actual instruction and assessment target a different level — this misalignment undermines the credibility and utility of the outcome.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Recognizing and correcting calibration mismatches is a critical quality control skill. Common problems include using overly vague verbs — such as 'understand' or 'know' — that do not communicate a measurable cognitive action, or selecting a high-level verb for content that only addresses basic recall. Once outcomes are generated, learners should critically review each one to confirm that the cognitive level stated in the verb matches what the module's instruction actually develops and what its assessments actually measure. This review practice also builds the reviewer's own fluency in evaluating Bloom's-aligned outcomes over time.</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evaluating auto-generated SLOs, users must have a clear picture of what PreseMaker produces and why. Reviewing SLOs involves four core checks: clarity — is the language unambiguous and understandable to both instructor and learner? Accuracy — does the outcome truthfully reflect the topic content? Appropriateness — is the Bloom's level suitable for the intended learner audience and instructional purpose? And quality — are there common issues such as vague verbs, scope that is too broad, or misalignment with assessments? Developing a consistent review habit ensures that approved outcomes are genuinely fit for purpose.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SLOs are reviewed and approved, they serve as the quality benchmark for everything else in the module. Instructional content, assessments, and learning activities should all be traceable back to at least one SLO. If a content element cannot be linked to an SLO, it may be extraneous. If an SLO has no corresponding assessment, learner achievement cannot be verified. Strong SLOs essentially function as a built-in quality assurance framework — they make coherence and alignment visible and enforceable throughout module development.</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SLOs are approved, they take on a cascading role in the PreseMaker workflow. Every content element generated downstream — explanatory text, examples, multimedia, practice exercises, and assessment items — flows from the finalized SLOs. The Bloom's level and action verb in each SLO directly inform what type of instructional content is needed and how deeply concepts must be developed. Assessments are constructed specifically to measure whether learners achieved each SLO, making them valid by design. Learning activities are built to give learners rehearsal opportunities so they can develop the competencies the SLO describes before being formally evaluated.</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Maintaining alignment throughout a module is not a one-time task — it requires ongoing attention at every stage of development. Each instructional content section, each assessment item, and each practice activity must remain connected to the SLOs they were designed to support. When new content is added or existing content is revised, alignment should be re-verified. PreseMaker's workflow is structured to preserve alignment by anchoring all generation steps to the approved SLOs, but human review remains an important layer of quality assurance to catch any drift that may occur during iterative development.</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Let's bring everything together. Student learning outcomes are the foundation of effective instructional design — they define what learners must achieve and guide every decision made in module development. Bloom's Taxonomy gives designers and tools like PreseMaker a reliable framework for calibrating the cognitive demand of those outcomes across six levels. PreseMaker automates SLO generation by analyzing topics, mapping them to Bloom's levels, selecting aligned action verbs, and constructing complete outcome statements. Reviewing generated outcomes for clarity, accuracy, and appropriate cognitive level is a critical step before those SLOs become the targets that drive all downstream content, assessment, and activity generation. Maintaining alignment between SLOs and every module element ensures a coherent, valid, and purposeful learning experience.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Module Learning Outcomes with Bloom's Taxonomy</a:t>
            </a:r>
          </a:p>
        </p:txBody>
      </p:sp>
      <p:sp>
        <p:nvSpPr>
          <p:cNvPr id="3" name="Content Placeholder 2"/>
          <p:cNvSpPr>
            <a:spLocks noGrp="1"/>
          </p:cNvSpPr>
          <p:nvPr>
            <p:ph idx="1"/>
          </p:nvPr>
        </p:nvSpPr>
        <p:spPr/>
        <p:txBody>
          <a:bodyPr/>
          <a:lstStyle/>
          <a:p>
            <a:pPr algn="ctr">
              <a:buNone/>
            </a:pPr>
            <a:r>
              <a:rPr lang="en-US" dirty="0"/>
              <a:t>A practical guide to designing measurable, Bloom's-aligned student learning outcomes using PreseMaker.</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Student Learning Outcomes</a:t>
            </a:r>
          </a:p>
        </p:txBody>
      </p:sp>
      <p:sp>
        <p:nvSpPr>
          <p:cNvPr id="3" name="Content Placeholder 2"/>
          <p:cNvSpPr>
            <a:spLocks noGrp="1"/>
          </p:cNvSpPr>
          <p:nvPr>
            <p:ph idx="1"/>
          </p:nvPr>
        </p:nvSpPr>
        <p:spPr/>
        <p:txBody>
          <a:bodyPr/>
          <a:lstStyle/>
          <a:p>
            <a:r>
              <a:rPr lang="en-US" dirty="0"/>
              <a:t>SLOs are clear, measurable statements of expected learner achievement.</a:t>
            </a:r>
          </a:p>
          <a:p>
            <a:r>
              <a:rPr lang="en-US" dirty="0"/>
              <a:t>They describe what learners should know, understand, or do.</a:t>
            </a:r>
          </a:p>
          <a:p>
            <a:r>
              <a:rPr lang="en-US" dirty="0"/>
              <a:t>SLOs serve as the blueprint for every instructional design decision.</a:t>
            </a:r>
          </a:p>
          <a:p>
            <a:r>
              <a:rPr lang="en-US" dirty="0"/>
              <a:t>Measurability is the defining characteristic of a strong SLO.</a:t>
            </a:r>
          </a:p>
          <a:p>
            <a:r>
              <a:rPr lang="en-US" dirty="0"/>
              <a:t>Well-crafted SLOs are foundational to effective e-learning modules.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Effective SLOs</a:t>
            </a:r>
          </a:p>
        </p:txBody>
      </p:sp>
      <p:sp>
        <p:nvSpPr>
          <p:cNvPr id="3" name="Content Placeholder 2"/>
          <p:cNvSpPr>
            <a:spLocks noGrp="1"/>
          </p:cNvSpPr>
          <p:nvPr>
            <p:ph idx="1"/>
          </p:nvPr>
        </p:nvSpPr>
        <p:spPr/>
        <p:txBody>
          <a:bodyPr/>
          <a:lstStyle/>
          <a:p>
            <a:r>
              <a:rPr lang="en-US" dirty="0"/>
              <a:t>SLOs are grounded in specific module topics and content.</a:t>
            </a:r>
          </a:p>
          <a:p>
            <a:r>
              <a:rPr lang="en-US" dirty="0"/>
              <a:t>They are observable, specific, and free of ambiguous language.</a:t>
            </a:r>
          </a:p>
          <a:p>
            <a:r>
              <a:rPr lang="en-US" dirty="0"/>
              <a:t>Each SLO aligns directly to the content learners will encounter.</a:t>
            </a:r>
          </a:p>
          <a:p>
            <a:r>
              <a:rPr lang="en-US" dirty="0"/>
              <a:t>Strong SLOs guide both instructor design and learner performance.</a:t>
            </a:r>
          </a:p>
          <a:p>
            <a:r>
              <a:rPr lang="en-US" dirty="0"/>
              <a:t>Clarity and alignment distinguish high-quality outcomes from weak ones.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Bloom's Taxonomy Cognitive Levels</a:t>
            </a:r>
          </a:p>
        </p:txBody>
      </p:sp>
      <p:sp>
        <p:nvSpPr>
          <p:cNvPr id="3" name="Content Placeholder 2"/>
          <p:cNvSpPr>
            <a:spLocks noGrp="1"/>
          </p:cNvSpPr>
          <p:nvPr>
            <p:ph idx="1"/>
          </p:nvPr>
        </p:nvSpPr>
        <p:spPr/>
        <p:txBody>
          <a:bodyPr/>
          <a:lstStyle/>
          <a:p>
            <a:r>
              <a:rPr lang="en-US" dirty="0"/>
              <a:t>Bloom's Taxonomy organizes learning into six cognitive levels.</a:t>
            </a:r>
          </a:p>
          <a:p>
            <a:r>
              <a:rPr lang="en-US" dirty="0"/>
              <a:t>Levels range from basic recall to complex creation.</a:t>
            </a:r>
          </a:p>
          <a:p>
            <a:r>
              <a:rPr lang="en-US" dirty="0"/>
              <a:t>Each level reflects a different depth of cognitive engagement.</a:t>
            </a:r>
          </a:p>
          <a:p>
            <a:r>
              <a:rPr lang="en-US" dirty="0"/>
              <a:t>The hierarchy guides selection of appropriate learning expectations.</a:t>
            </a:r>
          </a:p>
          <a:p>
            <a:r>
              <a:rPr lang="en-US" dirty="0"/>
              <a:t>Choosing the right level ensures outcomes match instructional intent.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Bloom's Levels: Remember Through Apply</a:t>
            </a:r>
          </a:p>
        </p:txBody>
      </p:sp>
      <p:sp>
        <p:nvSpPr>
          <p:cNvPr id="3" name="Content Placeholder 2"/>
          <p:cNvSpPr>
            <a:spLocks noGrp="1"/>
          </p:cNvSpPr>
          <p:nvPr>
            <p:ph idx="1"/>
          </p:nvPr>
        </p:nvSpPr>
        <p:spPr/>
        <p:txBody>
          <a:bodyPr/>
          <a:lstStyle/>
          <a:p>
            <a:r>
              <a:rPr lang="en-US" dirty="0"/>
              <a:t>Remember: retrieve previously learned information from memory.</a:t>
            </a:r>
          </a:p>
          <a:p>
            <a:r>
              <a:rPr lang="en-US" dirty="0"/>
              <a:t>Understand: interpret and explain concepts in one's own words.</a:t>
            </a:r>
          </a:p>
          <a:p>
            <a:r>
              <a:rPr lang="en-US" dirty="0"/>
              <a:t>Apply: use knowledge to complete tasks or solve problems.</a:t>
            </a:r>
          </a:p>
          <a:p>
            <a:r>
              <a:rPr lang="en-US" dirty="0"/>
              <a:t>Each level uses distinct action verbs to signal cognitive demand.</a:t>
            </a:r>
          </a:p>
          <a:p>
            <a:r>
              <a:rPr lang="en-US" dirty="0"/>
              <a:t>Lower levels build the foundation for higher-order thinking.</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Bloom's Levels: Analyze Through Create</a:t>
            </a:r>
          </a:p>
        </p:txBody>
      </p:sp>
      <p:sp>
        <p:nvSpPr>
          <p:cNvPr id="3" name="Content Placeholder 2"/>
          <p:cNvSpPr>
            <a:spLocks noGrp="1"/>
          </p:cNvSpPr>
          <p:nvPr>
            <p:ph idx="1"/>
          </p:nvPr>
        </p:nvSpPr>
        <p:spPr/>
        <p:txBody>
          <a:bodyPr/>
          <a:lstStyle/>
          <a:p>
            <a:r>
              <a:rPr lang="en-US" dirty="0"/>
              <a:t>Analyze: deconstruct information and examine component relationships.</a:t>
            </a:r>
          </a:p>
          <a:p>
            <a:r>
              <a:rPr lang="en-US" dirty="0"/>
              <a:t>Evaluate: make judgments based on evidence and established criteria.</a:t>
            </a:r>
          </a:p>
          <a:p>
            <a:r>
              <a:rPr lang="en-US" dirty="0"/>
              <a:t>Create: synthesize knowledge to produce original work or solutions.</a:t>
            </a:r>
          </a:p>
          <a:p>
            <a:r>
              <a:rPr lang="en-US" dirty="0"/>
              <a:t>Higher levels demand more complex and independent cognitive work.</a:t>
            </a:r>
          </a:p>
          <a:p>
            <a:r>
              <a:rPr lang="en-US" dirty="0"/>
              <a:t>Advanced outcomes require richer instructional content and assessment.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PreseMaker Generates SLOs from Module Topics</a:t>
            </a:r>
          </a:p>
        </p:txBody>
      </p:sp>
      <p:sp>
        <p:nvSpPr>
          <p:cNvPr id="3" name="Content Placeholder 2"/>
          <p:cNvSpPr>
            <a:spLocks noGrp="1"/>
          </p:cNvSpPr>
          <p:nvPr>
            <p:ph idx="1"/>
          </p:nvPr>
        </p:nvSpPr>
        <p:spPr/>
        <p:txBody>
          <a:bodyPr/>
          <a:lstStyle/>
          <a:p>
            <a:r>
              <a:rPr lang="en-US" dirty="0"/>
              <a:t>PreseMaker analyzes module topics to extract core concepts.</a:t>
            </a:r>
          </a:p>
          <a:p>
            <a:r>
              <a:rPr lang="en-US" dirty="0"/>
              <a:t>Concepts are mapped to appropriate Bloom's cognitive levels.</a:t>
            </a:r>
          </a:p>
          <a:p>
            <a:r>
              <a:rPr lang="en-US" dirty="0"/>
              <a:t>Precise action verbs aligned to Bloom's levels are selected.</a:t>
            </a:r>
          </a:p>
          <a:p>
            <a:r>
              <a:rPr lang="en-US" dirty="0"/>
              <a:t>Topic content and action verb are combined into a complete SLO.</a:t>
            </a:r>
          </a:p>
          <a:p>
            <a:r>
              <a:rPr lang="en-US" dirty="0"/>
              <a:t>Generated SLOs become targets for all subsequent content creation.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Calibrating Outcomes to the Correct Bloom's Level</a:t>
            </a:r>
          </a:p>
        </p:txBody>
      </p:sp>
      <p:sp>
        <p:nvSpPr>
          <p:cNvPr id="3" name="Content Placeholder 2"/>
          <p:cNvSpPr>
            <a:spLocks noGrp="1"/>
          </p:cNvSpPr>
          <p:nvPr>
            <p:ph idx="1"/>
          </p:nvPr>
        </p:nvSpPr>
        <p:spPr/>
        <p:txBody>
          <a:bodyPr/>
          <a:lstStyle/>
          <a:p>
            <a:r>
              <a:rPr lang="en-US" dirty="0"/>
              <a:t>Calibration means matching cognitive demand to the intended learning goal.</a:t>
            </a:r>
          </a:p>
          <a:p>
            <a:r>
              <a:rPr lang="en-US" dirty="0"/>
              <a:t>Identify what cognitive work learners must perform by module end.</a:t>
            </a:r>
          </a:p>
          <a:p>
            <a:r>
              <a:rPr lang="en-US" dirty="0"/>
              <a:t>Each Bloom's level has distinct characteristics and task types.</a:t>
            </a:r>
          </a:p>
          <a:p>
            <a:r>
              <a:rPr lang="en-US" dirty="0"/>
              <a:t>Action verbs are the primary signal of a level's cognitive demand.</a:t>
            </a:r>
          </a:p>
          <a:p>
            <a:r>
              <a:rPr lang="en-US" dirty="0"/>
              <a:t>Mismatches between verb and content undermine outcome validity.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Avoiding and Confirming Calibration Accuracy</a:t>
            </a:r>
          </a:p>
        </p:txBody>
      </p:sp>
      <p:sp>
        <p:nvSpPr>
          <p:cNvPr id="3" name="Content Placeholder 2"/>
          <p:cNvSpPr>
            <a:spLocks noGrp="1"/>
          </p:cNvSpPr>
          <p:nvPr>
            <p:ph idx="1"/>
          </p:nvPr>
        </p:nvSpPr>
        <p:spPr/>
        <p:txBody>
          <a:bodyPr/>
          <a:lstStyle/>
          <a:p>
            <a:r>
              <a:rPr lang="en-US" dirty="0"/>
              <a:t>Calibration mismatches occur when verb and content do not align.</a:t>
            </a:r>
          </a:p>
          <a:p>
            <a:r>
              <a:rPr lang="en-US" dirty="0"/>
              <a:t>Watch for vague verbs like 'understand' or 'learn' — avoid them.</a:t>
            </a:r>
          </a:p>
          <a:p>
            <a:r>
              <a:rPr lang="en-US" dirty="0"/>
              <a:t>Review generated outcomes against the module's instructional intent.</a:t>
            </a:r>
          </a:p>
          <a:p>
            <a:r>
              <a:rPr lang="en-US" dirty="0"/>
              <a:t>Confirm each outcome's level matches the topic's expected depth.</a:t>
            </a:r>
          </a:p>
          <a:p>
            <a:r>
              <a:rPr lang="en-US" dirty="0"/>
              <a:t>Reviewing outcomes builds fluency in recognizing calibration quality.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and Interpreting Generated Learning Outcomes</a:t>
            </a:r>
          </a:p>
        </p:txBody>
      </p:sp>
      <p:sp>
        <p:nvSpPr>
          <p:cNvPr id="3" name="Content Placeholder 2"/>
          <p:cNvSpPr>
            <a:spLocks noGrp="1"/>
          </p:cNvSpPr>
          <p:nvPr>
            <p:ph idx="1"/>
          </p:nvPr>
        </p:nvSpPr>
        <p:spPr/>
        <p:txBody>
          <a:bodyPr/>
          <a:lstStyle/>
          <a:p>
            <a:r>
              <a:rPr lang="en-US" dirty="0"/>
              <a:t>Understand what PreseMaker produces before evaluating its outputs.</a:t>
            </a:r>
          </a:p>
          <a:p>
            <a:r>
              <a:rPr lang="en-US" dirty="0"/>
              <a:t>Check that each SLO is clearly and unambiguously written.</a:t>
            </a:r>
          </a:p>
          <a:p>
            <a:r>
              <a:rPr lang="en-US" dirty="0"/>
              <a:t>Verify that each outcome accurately reflects its module topic.</a:t>
            </a:r>
          </a:p>
          <a:p>
            <a:r>
              <a:rPr lang="en-US" dirty="0"/>
              <a:t>Confirm the Bloom's level is appropriate for the learner audience.</a:t>
            </a:r>
          </a:p>
          <a:p>
            <a:r>
              <a:rPr lang="en-US" dirty="0"/>
              <a:t>Identify recurring quality issues to correct them efficiently.</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SLOs as a Quality Benchmark</a:t>
            </a:r>
          </a:p>
        </p:txBody>
      </p:sp>
      <p:sp>
        <p:nvSpPr>
          <p:cNvPr id="3" name="Content Placeholder 2"/>
          <p:cNvSpPr>
            <a:spLocks noGrp="1"/>
          </p:cNvSpPr>
          <p:nvPr>
            <p:ph idx="1"/>
          </p:nvPr>
        </p:nvSpPr>
        <p:spPr/>
        <p:txBody>
          <a:bodyPr/>
          <a:lstStyle/>
          <a:p>
            <a:r>
              <a:rPr lang="en-US" dirty="0"/>
              <a:t>Approved SLOs become the standard against which content is measured.</a:t>
            </a:r>
          </a:p>
          <a:p>
            <a:r>
              <a:rPr lang="en-US" dirty="0"/>
              <a:t>Every module element should be traceable back to an SLO.</a:t>
            </a:r>
          </a:p>
          <a:p>
            <a:r>
              <a:rPr lang="en-US" dirty="0"/>
              <a:t>SLOs signal whether instruction and assessment are coherent.</a:t>
            </a:r>
          </a:p>
          <a:p>
            <a:r>
              <a:rPr lang="en-US" dirty="0"/>
              <a:t>Weak SLOs create misalignment throughout the entire module.</a:t>
            </a:r>
          </a:p>
          <a:p>
            <a:r>
              <a:rPr lang="en-US" dirty="0"/>
              <a:t>Strong SLOs function as a built-in quality assurance mechanism.</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SLOs as the Foundation for Content Generation</a:t>
            </a:r>
          </a:p>
        </p:txBody>
      </p:sp>
      <p:sp>
        <p:nvSpPr>
          <p:cNvPr id="3" name="Content Placeholder 2"/>
          <p:cNvSpPr>
            <a:spLocks noGrp="1"/>
          </p:cNvSpPr>
          <p:nvPr>
            <p:ph idx="1"/>
          </p:nvPr>
        </p:nvSpPr>
        <p:spPr/>
        <p:txBody>
          <a:bodyPr/>
          <a:lstStyle/>
          <a:p>
            <a:r>
              <a:rPr lang="en-US" dirty="0"/>
              <a:t>Finalized SLOs are the definitive targets for all module content.</a:t>
            </a:r>
          </a:p>
          <a:p>
            <a:r>
              <a:rPr lang="en-US" dirty="0"/>
              <a:t>SLOs sit at the top of a cascading content development hierarchy.</a:t>
            </a:r>
          </a:p>
          <a:p>
            <a:r>
              <a:rPr lang="en-US" dirty="0"/>
              <a:t>The SLO's Bloom's level determines the type and depth of content.</a:t>
            </a:r>
          </a:p>
          <a:p>
            <a:r>
              <a:rPr lang="en-US" dirty="0"/>
              <a:t>Assessments are constructed to measure achievement of each SLO.</a:t>
            </a:r>
          </a:p>
          <a:p>
            <a:r>
              <a:rPr lang="en-US" dirty="0"/>
              <a:t>Activities give learners practice before formal assessment occurs.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Maintaining Alignment Throughout the Module</a:t>
            </a:r>
          </a:p>
        </p:txBody>
      </p:sp>
      <p:sp>
        <p:nvSpPr>
          <p:cNvPr id="3" name="Content Placeholder 2"/>
          <p:cNvSpPr>
            <a:spLocks noGrp="1"/>
          </p:cNvSpPr>
          <p:nvPr>
            <p:ph idx="1"/>
          </p:nvPr>
        </p:nvSpPr>
        <p:spPr/>
        <p:txBody>
          <a:bodyPr/>
          <a:lstStyle/>
          <a:p>
            <a:r>
              <a:rPr lang="en-US" dirty="0"/>
              <a:t>Alignment between SLOs and content must be maintained consistently.</a:t>
            </a:r>
          </a:p>
          <a:p>
            <a:r>
              <a:rPr lang="en-US" dirty="0"/>
              <a:t>Every module element must connect back to a finalized SLO.</a:t>
            </a:r>
          </a:p>
          <a:p>
            <a:r>
              <a:rPr lang="en-US" dirty="0"/>
              <a:t>Misalignment at any stage undermines module integrity and validity.</a:t>
            </a:r>
          </a:p>
          <a:p>
            <a:r>
              <a:rPr lang="en-US" dirty="0"/>
              <a:t>PreseMaker's workflow is designed to preserve alignment by default.</a:t>
            </a:r>
          </a:p>
          <a:p>
            <a:r>
              <a:rPr lang="en-US" dirty="0"/>
              <a:t>Ongoing alignment review ensures a coherent learning experience.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SLOs are measurable targets foundational to instructional design.</a:t>
            </a:r>
          </a:p>
          <a:p>
            <a:r>
              <a:rPr lang="en-US" dirty="0"/>
              <a:t>Bloom's Taxonomy provides six levels to calibrate cognitive demand.</a:t>
            </a:r>
          </a:p>
          <a:p>
            <a:r>
              <a:rPr lang="en-US" dirty="0"/>
              <a:t>PreseMaker generates SLOs through topic analysis and verb selection.</a:t>
            </a:r>
          </a:p>
          <a:p>
            <a:r>
              <a:rPr lang="en-US" dirty="0"/>
              <a:t>Calibration and review ensure outcomes match instructional intent.</a:t>
            </a:r>
          </a:p>
          <a:p>
            <a:r>
              <a:rPr lang="en-US" dirty="0"/>
              <a:t>Approved SLOs drive all content, assessments, and activities created.</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Module Learning Outcomes with Bloom's Taxonomy</dc:title>
  <dc:creator>PreseMaker</dc:creator>
  <cp:lastModifiedBy>PreseMaker</cp:lastModifiedBy>
  <dcterms:created xsi:type="dcterms:W3CDTF">2026-07-09T13:22:05Z</dcterms:created>
  <dcterms:modified xsi:type="dcterms:W3CDTF">2026-07-09T13:22:05Z</dcterms:modified>
</cp:coreProperties>
</file>