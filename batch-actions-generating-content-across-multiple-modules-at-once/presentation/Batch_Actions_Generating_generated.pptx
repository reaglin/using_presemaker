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walks you through the Batch Actions feature in Course Manager, covering what it is, how to configure and run it, how to monitor progress in real time, and how to stop a run safely if needed. By the end, you'll have a clear, practical understanding of how to use Batch Actions to streamline content generation across your entire course.</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Batch Actions is a feature available at the course level in Course Manager. Instead of opening each module individually to generate content, instructors can perform a single operation that targets many modules at once. This fundamentally changes the pace at which a course can be built out. The feature is accessed from the course-level interface, which distinguishes it clearly from actions you take when you are inside a specific module.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core purpose of Batch Actions is efficiency. Rather than repeating the same content generation steps for every module, instructors define the scope upfront — selecting the modules they want to include — and then let the system do the work across all of them in a single run. This makes it practical to develop content for an entire course in far less time than traditional module-by-module approaches would allow.</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Batch Actions supports four major content generation types. First, you can generate Module Topics and Outcomes together in a single action — these are always produced as a pair. Second, you can generate Quizzes, which produce assessment questions based on each module's content. Third, you can generate Presentations, which produce slide-based outputs. Fourth, you can generate Text Documents, which are written content pieces. Each of these content types is applied uniformly across every module you select for that batch run.</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Choosing the right content type requires you to assess the current state of your modules. If a module has no structured topics or outcomes yet, the Generate Module Topics and Outcomes action is the right starting point. If module content is already established and you need assessments, choose Quizzes. If you need instructional materials in a specific format, choose Presentations or Text Documents depending on whether your audience benefits more from slides or written content. The key is aligning the batch action to where your modules actually are in development.</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you choose the Topics content type during batch setup, the system runs the Generate Module Topics and Outcomes action for every selected module. It is important to understand that Outcomes are not generated independently — they are produced as part of this same action whenever Topics are generated. This pairing ensures that every module emerges from the batch run with both its structured topic list and its associated learning outcomes already in place, forming the foundation for all subsequent content.</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Beyond Topics and Outcomes, Batch Actions supports three additional content types. Quizzes generate assessment questions that are grounded in the subject matter of each individual module, ensuring relevance. Presentations produce slide-based materials that can be used directly for instruction or shared with learners. Text Documents produce written content that may be better suited for reading-focused delivery formats. Instructors should select the format that best fits how learners will engage with the material.</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begin a batch run, navigate to Course Manager, which serves as the central hub for your course structure and content generation tools. From there, locate and open the Batch Actions feature. Your first configuration steps are to select the modules you want to include and to specify the content type you want to generate. Beyond these primary choices, additional settings may be available to fine-tune how the batch run processes content, giving you control over the details of generation.</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launching a batch run, always take a moment to review your full configuration. Check that every module you intended to include is selected and that no unintended modules are in the list. Confirm that the content type you selected matches what those modules actually need. Review any additional settings that were configured. This final confirmation step is important because a batch run applies the same action across many modules at once — catching a misconfiguration before launch is far easier than correcting it after the fact.</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a batch run begins, a live progress panel appears on screen. This panel is your real-time window into the generation process. Each module included in the batch displays its own status indicator so you can see exactly where things stand for every module individually. The panel also shows an overall completion counter — for example, '8 of 15 modules complete' — giving you a quick sense of overall progress. Additionally, the queue order is visible so you always know which module the system is currently working on and which ones are coming next.</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live progress panel is also designed to surface problems without derailing the entire run. If a specific module encounters an error or triggers a warning, that information appears in the panel alongside that module's status — but the batch continues processing the remaining modules. This means you can identify which modules need attention without losing the work completed for the rest. When the entire batch finishes, the panel displays a clear final state so you know definitively that all processing is done and results are ready to review.</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If you need to halt a batch run before it finishes, the Stop function lets you do so safely. Any module that had already completed processing before you issued the stop command retains all of its generated content — nothing is deleted or rolled back. The Stop function is most useful when you notice a configuration error, a scope issue, or a quality concern that makes continuing the run inadvisable. Stopping early also minimizes unnecessary processing time when you know the remaining modules should not be included.</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you stop a batch run, the key distinction is between modules that had fully completed and those that were actively being processed at the moment of the stop. Fully completed modules are safe — their content is preserved. However, a module that was mid-generation when the stop occurred may have only partial or unusable content. After stopping, review the status of any in-progress modules. You can then launch a new batch run targeting only those modules, leaving the already-completed modules out of scope since their content is already saved.</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safely stopping a batch run, resuming is straightforward. Simply start a new batch run and select only the modules that were not completed during the previous run. Because completed modules already have their content saved, there is no need to include them again — doing so would only overwrite existing content unnecessarily. Reconfirm your content type and settings, then launch the new run. This approach lets you pick up exactly where you left off without losing any of the work that was already done.</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Batch Actions is a powerful course-level feature in Course Manager that lets you generate content across many modules in a single operation. You select the content type that matches your modules' needs — whether that's Topics and Outcomes, Quizzes, Presentations, or Text Documents — configure your module selection and settings, and then launch the run. During the run, the live progress panel keeps you informed in real time, surfaces any module-level errors without stopping the batch, and signals clearly when everything is done. If you need to stop early, completed content is always preserved, and you can resume by targeting only the unfinished modules in a new run. Used well, Batch Actions significantly accelerates the pace of full-course content development.</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Actions: Generating Content Across Multiple Modules at Once</a:t>
            </a:r>
          </a:p>
        </p:txBody>
      </p:sp>
      <p:sp>
        <p:nvSpPr>
          <p:cNvPr id="3" name="Content Placeholder 2"/>
          <p:cNvSpPr>
            <a:spLocks noGrp="1"/>
          </p:cNvSpPr>
          <p:nvPr>
            <p:ph idx="1"/>
          </p:nvPr>
        </p:nvSpPr>
        <p:spPr/>
        <p:txBody>
          <a:bodyPr/>
          <a:lstStyle/>
          <a:p>
            <a:pPr algn="ctr">
              <a:buNone/>
            </a:pPr>
            <a:r>
              <a:rPr lang="en-US" dirty="0"/>
              <a:t>A guide to scaling course content creation efficiently using Course Manager's Batch Actions feature.</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Batch Actions?</a:t>
            </a:r>
          </a:p>
        </p:txBody>
      </p:sp>
      <p:sp>
        <p:nvSpPr>
          <p:cNvPr id="3" name="Content Placeholder 2"/>
          <p:cNvSpPr>
            <a:spLocks noGrp="1"/>
          </p:cNvSpPr>
          <p:nvPr>
            <p:ph idx="1"/>
          </p:nvPr>
        </p:nvSpPr>
        <p:spPr/>
        <p:txBody>
          <a:bodyPr/>
          <a:lstStyle/>
          <a:p>
            <a:r>
              <a:rPr lang="en-US" dirty="0"/>
              <a:t>A course-level feature inside Course Manager</a:t>
            </a:r>
          </a:p>
          <a:p>
            <a:r>
              <a:rPr lang="en-US" dirty="0"/>
              <a:t>Generate content across multiple modules in one operation</a:t>
            </a:r>
          </a:p>
          <a:p>
            <a:r>
              <a:rPr lang="en-US" dirty="0"/>
              <a:t>Eliminates the need to work module by module</a:t>
            </a:r>
          </a:p>
          <a:p>
            <a:r>
              <a:rPr lang="en-US" dirty="0"/>
              <a:t>Designed to scale content creation efficiently</a:t>
            </a:r>
          </a:p>
          <a:p>
            <a:r>
              <a:rPr lang="en-US" dirty="0"/>
              <a:t>Accessed from the course level, not inside individual modules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and Scope of Batch Actions</a:t>
            </a:r>
          </a:p>
        </p:txBody>
      </p:sp>
      <p:sp>
        <p:nvSpPr>
          <p:cNvPr id="3" name="Content Placeholder 2"/>
          <p:cNvSpPr>
            <a:spLocks noGrp="1"/>
          </p:cNvSpPr>
          <p:nvPr>
            <p:ph idx="1"/>
          </p:nvPr>
        </p:nvSpPr>
        <p:spPr/>
        <p:txBody>
          <a:bodyPr/>
          <a:lstStyle/>
          <a:p>
            <a:r>
              <a:rPr lang="en-US" dirty="0"/>
              <a:t>Primary goal: improve efficiency at scale</a:t>
            </a:r>
          </a:p>
          <a:p>
            <a:r>
              <a:rPr lang="en-US" dirty="0"/>
              <a:t>One batch run can cover many modules simultaneously</a:t>
            </a:r>
          </a:p>
          <a:p>
            <a:r>
              <a:rPr lang="en-US" dirty="0"/>
              <a:t>Instructors choose which modules to include</a:t>
            </a:r>
          </a:p>
          <a:p>
            <a:r>
              <a:rPr lang="en-US" dirty="0"/>
              <a:t>Scope is defined before generation begins</a:t>
            </a:r>
          </a:p>
          <a:p>
            <a:r>
              <a:rPr lang="en-US" dirty="0"/>
              <a:t>Supports full-course content development workflows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Content You Can Generate in Batch</a:t>
            </a:r>
          </a:p>
        </p:txBody>
      </p:sp>
      <p:sp>
        <p:nvSpPr>
          <p:cNvPr id="3" name="Content Placeholder 2"/>
          <p:cNvSpPr>
            <a:spLocks noGrp="1"/>
          </p:cNvSpPr>
          <p:nvPr>
            <p:ph idx="1"/>
          </p:nvPr>
        </p:nvSpPr>
        <p:spPr/>
        <p:txBody>
          <a:bodyPr/>
          <a:lstStyle/>
          <a:p>
            <a:r>
              <a:rPr lang="en-US" dirty="0"/>
              <a:t>Module Topics and Learning Outcomes together</a:t>
            </a:r>
          </a:p>
          <a:p>
            <a:r>
              <a:rPr lang="en-US" dirty="0"/>
              <a:t>Quizzes tied to module content</a:t>
            </a:r>
          </a:p>
          <a:p>
            <a:r>
              <a:rPr lang="en-US" dirty="0"/>
              <a:t>Slide-based Presentations</a:t>
            </a:r>
          </a:p>
          <a:p>
            <a:r>
              <a:rPr lang="en-US" dirty="0"/>
              <a:t>Written Text Documents</a:t>
            </a:r>
          </a:p>
          <a:p>
            <a:r>
              <a:rPr lang="en-US" dirty="0"/>
              <a:t>Each type applies across all selected modules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the Right Content Type for Your Modules</a:t>
            </a:r>
          </a:p>
        </p:txBody>
      </p:sp>
      <p:sp>
        <p:nvSpPr>
          <p:cNvPr id="3" name="Content Placeholder 2"/>
          <p:cNvSpPr>
            <a:spLocks noGrp="1"/>
          </p:cNvSpPr>
          <p:nvPr>
            <p:ph idx="1"/>
          </p:nvPr>
        </p:nvSpPr>
        <p:spPr/>
        <p:txBody>
          <a:bodyPr/>
          <a:lstStyle/>
          <a:p>
            <a:r>
              <a:rPr lang="en-US" dirty="0"/>
              <a:t>Evaluate where each module currently stands</a:t>
            </a:r>
          </a:p>
          <a:p>
            <a:r>
              <a:rPr lang="en-US" dirty="0"/>
              <a:t>Topics and Outcomes: best for modules starting fresh</a:t>
            </a:r>
          </a:p>
          <a:p>
            <a:r>
              <a:rPr lang="en-US" dirty="0"/>
              <a:t>Quizzes: best when module content already exists</a:t>
            </a:r>
          </a:p>
          <a:p>
            <a:r>
              <a:rPr lang="en-US" dirty="0"/>
              <a:t>Presentations or Text Documents: flexible output formats</a:t>
            </a:r>
          </a:p>
          <a:p>
            <a:r>
              <a:rPr lang="en-US" dirty="0"/>
              <a:t>Match content type to each module's current needs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Topics and Outcomes in Batch</a:t>
            </a:r>
          </a:p>
        </p:txBody>
      </p:sp>
      <p:sp>
        <p:nvSpPr>
          <p:cNvPr id="3" name="Content Placeholder 2"/>
          <p:cNvSpPr>
            <a:spLocks noGrp="1"/>
          </p:cNvSpPr>
          <p:nvPr>
            <p:ph idx="1"/>
          </p:nvPr>
        </p:nvSpPr>
        <p:spPr/>
        <p:txBody>
          <a:bodyPr/>
          <a:lstStyle/>
          <a:p>
            <a:r>
              <a:rPr lang="en-US" dirty="0"/>
              <a:t>Select 'Topics' to trigger this batch action</a:t>
            </a:r>
          </a:p>
          <a:p>
            <a:r>
              <a:rPr lang="en-US" dirty="0"/>
              <a:t>Topics and Outcomes are always generated together</a:t>
            </a:r>
          </a:p>
          <a:p>
            <a:r>
              <a:rPr lang="en-US" dirty="0"/>
              <a:t>Outcomes are not a separate batch step</a:t>
            </a:r>
          </a:p>
          <a:p>
            <a:r>
              <a:rPr lang="en-US" dirty="0"/>
              <a:t>Applied to every module included in the run</a:t>
            </a:r>
          </a:p>
          <a:p>
            <a:r>
              <a:rPr lang="en-US" dirty="0"/>
              <a:t>Establishes the foundational structure for each module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Quizzes, Presentations, and Text Documents</a:t>
            </a:r>
          </a:p>
        </p:txBody>
      </p:sp>
      <p:sp>
        <p:nvSpPr>
          <p:cNvPr id="3" name="Content Placeholder 2"/>
          <p:cNvSpPr>
            <a:spLocks noGrp="1"/>
          </p:cNvSpPr>
          <p:nvPr>
            <p:ph idx="1"/>
          </p:nvPr>
        </p:nvSpPr>
        <p:spPr/>
        <p:txBody>
          <a:bodyPr/>
          <a:lstStyle/>
          <a:p>
            <a:r>
              <a:rPr lang="en-US" dirty="0"/>
              <a:t>Quizzes: assessment questions per module</a:t>
            </a:r>
          </a:p>
          <a:p>
            <a:r>
              <a:rPr lang="en-US" dirty="0"/>
              <a:t>Questions are tied to each module's specific content</a:t>
            </a:r>
          </a:p>
          <a:p>
            <a:r>
              <a:rPr lang="en-US" dirty="0"/>
              <a:t>Presentations: slide-based instructional output</a:t>
            </a:r>
          </a:p>
          <a:p>
            <a:r>
              <a:rPr lang="en-US" dirty="0"/>
              <a:t>Text Documents: written instructional output</a:t>
            </a:r>
          </a:p>
          <a:p>
            <a:r>
              <a:rPr lang="en-US" dirty="0"/>
              <a:t>Choose format based on delivery and audience needs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and Configuring a Batch Run</a:t>
            </a:r>
          </a:p>
        </p:txBody>
      </p:sp>
      <p:sp>
        <p:nvSpPr>
          <p:cNvPr id="3" name="Content Placeholder 2"/>
          <p:cNvSpPr>
            <a:spLocks noGrp="1"/>
          </p:cNvSpPr>
          <p:nvPr>
            <p:ph idx="1"/>
          </p:nvPr>
        </p:nvSpPr>
        <p:spPr/>
        <p:txBody>
          <a:bodyPr/>
          <a:lstStyle/>
          <a:p>
            <a:r>
              <a:rPr lang="en-US" dirty="0"/>
              <a:t>Open Batch Actions from the Course Manager interface</a:t>
            </a:r>
          </a:p>
          <a:p>
            <a:r>
              <a:rPr lang="en-US" dirty="0"/>
              <a:t>Course Manager is the central hub for course structure</a:t>
            </a:r>
          </a:p>
          <a:p>
            <a:r>
              <a:rPr lang="en-US" dirty="0"/>
              <a:t>Select which specific modules to include</a:t>
            </a:r>
          </a:p>
          <a:p>
            <a:r>
              <a:rPr lang="en-US" dirty="0"/>
              <a:t>Choose the content type to generate</a:t>
            </a:r>
          </a:p>
          <a:p>
            <a:r>
              <a:rPr lang="en-US" dirty="0"/>
              <a:t>Review additional settings to fine-tune the run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Reviewing and Confirming Before You Launch</a:t>
            </a:r>
          </a:p>
        </p:txBody>
      </p:sp>
      <p:sp>
        <p:nvSpPr>
          <p:cNvPr id="3" name="Content Placeholder 2"/>
          <p:cNvSpPr>
            <a:spLocks noGrp="1"/>
          </p:cNvSpPr>
          <p:nvPr>
            <p:ph idx="1"/>
          </p:nvPr>
        </p:nvSpPr>
        <p:spPr/>
        <p:txBody>
          <a:bodyPr/>
          <a:lstStyle/>
          <a:p>
            <a:r>
              <a:rPr lang="en-US" dirty="0"/>
              <a:t>Verify the list of selected modules is correct</a:t>
            </a:r>
          </a:p>
          <a:p>
            <a:r>
              <a:rPr lang="en-US" dirty="0"/>
              <a:t>Confirm the chosen content type matches your goal</a:t>
            </a:r>
          </a:p>
          <a:p>
            <a:r>
              <a:rPr lang="en-US" dirty="0"/>
              <a:t>Review all additional batch settings carefully</a:t>
            </a:r>
          </a:p>
          <a:p>
            <a:r>
              <a:rPr lang="en-US" dirty="0"/>
              <a:t>A final review step prevents avoidable errors</a:t>
            </a:r>
          </a:p>
          <a:p>
            <a:r>
              <a:rPr lang="en-US" dirty="0"/>
              <a:t>Initiate the run only after confirming everything</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Monitoring Live Batch Progress</a:t>
            </a:r>
          </a:p>
        </p:txBody>
      </p:sp>
      <p:sp>
        <p:nvSpPr>
          <p:cNvPr id="3" name="Content Placeholder 2"/>
          <p:cNvSpPr>
            <a:spLocks noGrp="1"/>
          </p:cNvSpPr>
          <p:nvPr>
            <p:ph idx="1"/>
          </p:nvPr>
        </p:nvSpPr>
        <p:spPr/>
        <p:txBody>
          <a:bodyPr/>
          <a:lstStyle/>
          <a:p>
            <a:r>
              <a:rPr lang="en-US" dirty="0"/>
              <a:t>A live progress panel appears during an active run</a:t>
            </a:r>
          </a:p>
          <a:p>
            <a:r>
              <a:rPr lang="en-US" dirty="0"/>
              <a:t>Real-time visibility into generation across all modules</a:t>
            </a:r>
          </a:p>
          <a:p>
            <a:r>
              <a:rPr lang="en-US" dirty="0"/>
              <a:t>Each module shows its own individual status indicator</a:t>
            </a:r>
          </a:p>
          <a:p>
            <a:r>
              <a:rPr lang="en-US" dirty="0"/>
              <a:t>Overall completion counter tracks finished vs. total</a:t>
            </a:r>
          </a:p>
          <a:p>
            <a:r>
              <a:rPr lang="en-US" dirty="0"/>
              <a:t>Queue position shows which module is processing next</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Errors and Knowing When Batch Is Done</a:t>
            </a:r>
          </a:p>
        </p:txBody>
      </p:sp>
      <p:sp>
        <p:nvSpPr>
          <p:cNvPr id="3" name="Content Placeholder 2"/>
          <p:cNvSpPr>
            <a:spLocks noGrp="1"/>
          </p:cNvSpPr>
          <p:nvPr>
            <p:ph idx="1"/>
          </p:nvPr>
        </p:nvSpPr>
        <p:spPr/>
        <p:txBody>
          <a:bodyPr/>
          <a:lstStyle/>
          <a:p>
            <a:r>
              <a:rPr lang="en-US" dirty="0"/>
              <a:t>Errors or warnings appear per module in the panel</a:t>
            </a:r>
          </a:p>
          <a:p>
            <a:r>
              <a:rPr lang="en-US" dirty="0"/>
              <a:t>An error in one module does not stop the batch</a:t>
            </a:r>
          </a:p>
          <a:p>
            <a:r>
              <a:rPr lang="en-US" dirty="0"/>
              <a:t>Other modules continue generating despite individual errors</a:t>
            </a:r>
          </a:p>
          <a:p>
            <a:r>
              <a:rPr lang="en-US" dirty="0"/>
              <a:t>A clear final state indicator signals batch completion</a:t>
            </a:r>
          </a:p>
          <a:p>
            <a:r>
              <a:rPr lang="en-US" dirty="0"/>
              <a:t>Review results for all modules once complete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Stopping a Batch Run Safely</a:t>
            </a:r>
          </a:p>
        </p:txBody>
      </p:sp>
      <p:sp>
        <p:nvSpPr>
          <p:cNvPr id="3" name="Content Placeholder 2"/>
          <p:cNvSpPr>
            <a:spLocks noGrp="1"/>
          </p:cNvSpPr>
          <p:nvPr>
            <p:ph idx="1"/>
          </p:nvPr>
        </p:nvSpPr>
        <p:spPr/>
        <p:txBody>
          <a:bodyPr/>
          <a:lstStyle/>
          <a:p>
            <a:r>
              <a:rPr lang="en-US" dirty="0"/>
              <a:t>The Stop function interrupts the batch at any point</a:t>
            </a:r>
          </a:p>
          <a:p>
            <a:r>
              <a:rPr lang="en-US" dirty="0"/>
              <a:t>Completed modules retain all generated content automatically</a:t>
            </a:r>
          </a:p>
          <a:p>
            <a:r>
              <a:rPr lang="en-US" dirty="0"/>
              <a:t>No generated content is lost when you stop</a:t>
            </a:r>
          </a:p>
          <a:p>
            <a:r>
              <a:rPr lang="en-US" dirty="0"/>
              <a:t>Stop when errors, scope changes, or issues arise</a:t>
            </a:r>
          </a:p>
          <a:p>
            <a:r>
              <a:rPr lang="en-US" dirty="0"/>
              <a:t>Stopping does not delete already-finished module content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Happens to In-Progress Modules When You Stop</a:t>
            </a:r>
          </a:p>
        </p:txBody>
      </p:sp>
      <p:sp>
        <p:nvSpPr>
          <p:cNvPr id="3" name="Content Placeholder 2"/>
          <p:cNvSpPr>
            <a:spLocks noGrp="1"/>
          </p:cNvSpPr>
          <p:nvPr>
            <p:ph idx="1"/>
          </p:nvPr>
        </p:nvSpPr>
        <p:spPr/>
        <p:txBody>
          <a:bodyPr/>
          <a:lstStyle/>
          <a:p>
            <a:r>
              <a:rPr lang="en-US" dirty="0"/>
              <a:t>Modules actively generating may produce incomplete content</a:t>
            </a:r>
          </a:p>
          <a:p>
            <a:r>
              <a:rPr lang="en-US" dirty="0"/>
              <a:t>Incomplete content may not be usable as-is</a:t>
            </a:r>
          </a:p>
          <a:p>
            <a:r>
              <a:rPr lang="en-US" dirty="0"/>
              <a:t>Review in-progress modules after stopping</a:t>
            </a:r>
          </a:p>
          <a:p>
            <a:r>
              <a:rPr lang="en-US" dirty="0"/>
              <a:t>Rerun the batch targeting only incomplete modules</a:t>
            </a:r>
          </a:p>
          <a:p>
            <a:r>
              <a:rPr lang="en-US" dirty="0"/>
              <a:t>Completed modules do not need to be rerun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Resuming After a Stop</a:t>
            </a:r>
          </a:p>
        </p:txBody>
      </p:sp>
      <p:sp>
        <p:nvSpPr>
          <p:cNvPr id="3" name="Content Placeholder 2"/>
          <p:cNvSpPr>
            <a:spLocks noGrp="1"/>
          </p:cNvSpPr>
          <p:nvPr>
            <p:ph idx="1"/>
          </p:nvPr>
        </p:nvSpPr>
        <p:spPr/>
        <p:txBody>
          <a:bodyPr/>
          <a:lstStyle/>
          <a:p>
            <a:r>
              <a:rPr lang="en-US" dirty="0"/>
              <a:t>Launch a new batch run after stopping</a:t>
            </a:r>
          </a:p>
          <a:p>
            <a:r>
              <a:rPr lang="en-US" dirty="0"/>
              <a:t>Include only modules not yet completed</a:t>
            </a:r>
          </a:p>
          <a:p>
            <a:r>
              <a:rPr lang="en-US" dirty="0"/>
              <a:t>Exclude modules that finished — content is preserved</a:t>
            </a:r>
          </a:p>
          <a:p>
            <a:r>
              <a:rPr lang="en-US" dirty="0"/>
              <a:t>Reselect content type and settings as needed</a:t>
            </a:r>
          </a:p>
          <a:p>
            <a:r>
              <a:rPr lang="en-US" dirty="0"/>
              <a:t>Resume work without losing prior progress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Batch Actions at a Glance</a:t>
            </a:r>
          </a:p>
        </p:txBody>
      </p:sp>
      <p:sp>
        <p:nvSpPr>
          <p:cNvPr id="3" name="Content Placeholder 2"/>
          <p:cNvSpPr>
            <a:spLocks noGrp="1"/>
          </p:cNvSpPr>
          <p:nvPr>
            <p:ph idx="1"/>
          </p:nvPr>
        </p:nvSpPr>
        <p:spPr/>
        <p:txBody>
          <a:bodyPr/>
          <a:lstStyle/>
          <a:p>
            <a:r>
              <a:rPr lang="en-US" dirty="0"/>
              <a:t>Batch Actions generate content across multiple modules at once</a:t>
            </a:r>
          </a:p>
          <a:p>
            <a:r>
              <a:rPr lang="en-US" dirty="0"/>
              <a:t>Choose from Topics/Outcomes, Quizzes, Presentations, or Text Documents</a:t>
            </a:r>
          </a:p>
          <a:p>
            <a:r>
              <a:rPr lang="en-US" dirty="0"/>
              <a:t>Configure modules and settings carefully before launching</a:t>
            </a:r>
          </a:p>
          <a:p>
            <a:r>
              <a:rPr lang="en-US" dirty="0"/>
              <a:t>Monitor live progress and handle errors per module</a:t>
            </a:r>
          </a:p>
          <a:p>
            <a:r>
              <a:rPr lang="en-US" dirty="0"/>
              <a:t>Stop safely anytime — completed module content is always preserved</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Batch Actions: Generating Content Across Multiple Modules at Once</dc:title>
  <dc:creator>PreseMaker</dc:creator>
  <cp:lastModifiedBy>PreseMaker</cp:lastModifiedBy>
  <dcterms:created xsi:type="dcterms:W3CDTF">2026-07-09T13:29:47Z</dcterms:created>
  <dcterms:modified xsi:type="dcterms:W3CDTF">2026-07-09T13:29:47Z</dcterms:modified>
</cp:coreProperties>
</file>