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to this training session. Today we will explore how PreseMaker supports version control through git, enables live web publishing via GitHub Pages, integrates with external course-repository services, and offers additional sharing options such as archive export and iFrame embedding. By the end, you will be able to match each method to the right use case.</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This section introduces PreseMaker's git integration. Rather than requiring users to run terminal commands, PreseMaker surfaces all core git operations — initializing a repository, committing changes, pushing to a remote, and pulling updates — through its own graphical interface. Per-course git settings are saved so users do not have to reconfigure version control each time they open a project.</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start tracking a course, users select the option to initialize a git repository from within PreseMaker — no separate git installation steps are visible to the user. After editing course content, users create a commit by entering a message that describes what changed. This snapshot can be referenced or reverted to later, giving course authors a reliable safety net as they develop their materials.</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Once changes are committed locally, PreseMaker allows users to push those commits to a configured remote repository — for example, one hosted on GitHub. Conversely, users can pull changes that exist on the remote but not yet locally. Importantly, PreseMaker provides a way to check for incoming changes before pulling, so users can see whether differences exist and be aware of potential conflicts before they merge remote updates into their local course.</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GitHub Pages allows a static website to be hosted directly from a GitHub repository at no cost. PreseMaker streamlines this entire process: users first export their course as a website from within the application, then use PreseMaker's interface to connect the course to a GitHub repository and complete the publishing steps. Users never need to navigate GitHub's settings pages or run git commands manually. The result is a live public URL that learners anywhere can visit in a browser.</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Publishing is not a one-time action. When a course is revised, the author re-exports it from PreseMaker and then pushes the updated files to the same GitHub repository using PreseMaker's interface. GitHub Pages automatically serves the latest files, so the live public web address stays the same while the content is refreshed. This makes iterative course improvement straightforward without any additional manual steps on GitHub.</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course-repository service is a separate feature from git integration and GitHub Pages. It connects PreseMaker to an external platform — such as floridacourserepo.com — that functions as a shared content hub for educators. PreseMaker provides a built-in interface to connect to this service, so users never have to leave the application. From there, they can discover materials published by other educators, import them for local use, or contribute their own materials to the community.</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Through the course-repository service, users can search for and import course materials that peers have already published, bringing them directly into PreseMaker where they can be used as-is or adapted. Equally, users can contribute their own courses or modules to the shared repository, expanding the pool of reusable resources available to the educator community. It is important to distinguish this service from PreseMaker's git integration — git manages version history for a single course, while the repository service is about community-wide content discovery and reuse.</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Beyond git and GitHub Pages, PreseMaker provides two supplementary sharing methods. Archive export packages the entire course into a single file that can be moved and imported elsewhere — useful when a standalone, offline-ready copy is needed. iFrame embedding generates a snippet of code that displays course content within another web page without requiring learners to navigate to a separate site. Both methods extend the reach of course content in situations where GitHub Pages alone is not the right fit.</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When a course needs to travel — to a colleague, to an environment without internet access, or to another PreseMaker installation — archive export is the right tool. PreseMaker bundles the entire course into a self-contained file that can be copied, emailed, or stored on portable media. The recipient imports that file into their own PreseMaker instance and has a complete, ready-to-use copy of the course. This is distinct from publishing, which requires a live internet connection to access the content.</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iFrame embedding is the preferred option when course content must appear as part of an existing web page or learning management system rather than at a standalone URL. PreseMaker generates the embed code automatically; the user simply copies it and pastes it into the target page's HTML or LMS content editor. Learners see the course inline within the familiar environment of the host site, reducing friction and keeping the experience cohesive. This method requires the course to be published somewhere accessible — such as via GitHub Pages — so the iFrame has a source URL to reference.</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Although both archive export and iFrame embedding extend how course content is distributed, they serve very different scenarios. Archive export is the right choice when you need a self-contained file that works offline or can be imported into another PreseMaker environment. iFrame embedding is appropriate when the course is already published online and you want it to appear embedded within another page rather than as a standalone site. Understanding this distinction helps users select the most appropriate method without trial and error.</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With five available sharing methods — git version control, GitHub Pages, the course repository service, archive export, and iFrame embedding — it is important to match the method to the situation. Some factors to consider include whether you need a live public URL, whether collaborators need access to version history, whether you are sharing within a community of educators, whether the environment has internet access, and whether the course needs to appear embedded in another platform.</a:t>
            </a:r>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Here is a quick reference for selecting the right method. Use git when ongoing development, change tracking, or collaboration requires a reliable version history. Use GitHub Pages when you want learners to access the course via a live public web address. Use the course repository service when you want to contribute to or draw from a community of educators. Use archive export when you need a standalone file that works without internet access or needs to be imported elsewhere. Use iFrame embedding when the course must appear seamlessly within an LMS, website, or other platform. In practice, these methods are complementary — for example, GitHub Pages and iFrame embedding are often used together.</a:t>
            </a:r>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recap: PreseMaker provides a comprehensive set of tools for every stage of a course's life — from development and version tracking with git, to live publication via GitHub Pages, to community sharing through the course repository service, to offline distribution with archive export, and to seamless integration via iFrame embedding. Each method has a distinct purpose, and understanding those purposes allows you to make confident decisions about how to share and distribute your course materials effectively. Thank you for your time, and please refer to PreseMaker's documentation for step-by-step guidance on each feature.</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Version Control, GitHub Pages, and Course Repository Integration</a:t>
            </a:r>
          </a:p>
        </p:txBody>
      </p:sp>
      <p:sp>
        <p:nvSpPr>
          <p:cNvPr id="3" name="Content Placeholder 2"/>
          <p:cNvSpPr>
            <a:spLocks noGrp="1"/>
          </p:cNvSpPr>
          <p:nvPr>
            <p:ph idx="1"/>
          </p:nvPr>
        </p:nvSpPr>
        <p:spPr/>
        <p:txBody>
          <a:bodyPr/>
          <a:lstStyle/>
          <a:p>
            <a:pPr algn="ctr">
              <a:buNone/>
            </a:pPr>
            <a:r>
              <a:rPr lang="en-US" dirty="0"/>
              <a:t>A professional guide to sharing, publishing, and distributing courses using PreseMaker's built-in tools.</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Managing a Course as a Git Repository</a:t>
            </a:r>
          </a:p>
        </p:txBody>
      </p:sp>
      <p:sp>
        <p:nvSpPr>
          <p:cNvPr id="3" name="Content Placeholder 2"/>
          <p:cNvSpPr>
            <a:spLocks noGrp="1"/>
          </p:cNvSpPr>
          <p:nvPr>
            <p:ph idx="1"/>
          </p:nvPr>
        </p:nvSpPr>
        <p:spPr/>
        <p:txBody>
          <a:bodyPr/>
          <a:lstStyle/>
          <a:p>
            <a:r>
              <a:rPr lang="en-US" dirty="0"/>
              <a:t>PreseMaker brings version control to courses without the command line.</a:t>
            </a:r>
          </a:p>
          <a:p>
            <a:r>
              <a:rPr lang="en-US" dirty="0"/>
              <a:t>Initialize a git repository directly inside the application.</a:t>
            </a:r>
          </a:p>
          <a:p>
            <a:r>
              <a:rPr lang="en-US" dirty="0"/>
              <a:t>Commit, push, and pull through PreseMaker's built-in interface.</a:t>
            </a:r>
          </a:p>
          <a:p>
            <a:r>
              <a:rPr lang="en-US" dirty="0"/>
              <a:t>Git settings are stored per course for convenience.</a:t>
            </a:r>
          </a:p>
          <a:p>
            <a:r>
              <a:rPr lang="en-US" dirty="0"/>
              <a:t>No external git configuration or terminal knowledge required.</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Initializing and Committing in PreseMaker</a:t>
            </a:r>
          </a:p>
        </p:txBody>
      </p:sp>
      <p:sp>
        <p:nvSpPr>
          <p:cNvPr id="3" name="Content Placeholder 2"/>
          <p:cNvSpPr>
            <a:spLocks noGrp="1"/>
          </p:cNvSpPr>
          <p:nvPr>
            <p:ph idx="1"/>
          </p:nvPr>
        </p:nvSpPr>
        <p:spPr/>
        <p:txBody>
          <a:bodyPr/>
          <a:lstStyle/>
          <a:p>
            <a:r>
              <a:rPr lang="en-US" dirty="0"/>
              <a:t>Place any course under version control from within PreseMaker.</a:t>
            </a:r>
          </a:p>
          <a:p>
            <a:r>
              <a:rPr lang="en-US" dirty="0"/>
              <a:t>Initialization creates a local git repository for the course.</a:t>
            </a:r>
          </a:p>
          <a:p>
            <a:r>
              <a:rPr lang="en-US" dirty="0"/>
              <a:t>Record changes by creating a commit with a descriptive message.</a:t>
            </a:r>
          </a:p>
          <a:p>
            <a:r>
              <a:rPr lang="en-US" dirty="0"/>
              <a:t>Each commit is a reliable snapshot of the course at that moment.</a:t>
            </a:r>
          </a:p>
          <a:p>
            <a:r>
              <a:rPr lang="en-US" dirty="0"/>
              <a:t>Meaningful commit messages make history easier to navigate.</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Pushing, Pulling, and Checking for Changes</a:t>
            </a:r>
          </a:p>
        </p:txBody>
      </p:sp>
      <p:sp>
        <p:nvSpPr>
          <p:cNvPr id="3" name="Content Placeholder 2"/>
          <p:cNvSpPr>
            <a:spLocks noGrp="1"/>
          </p:cNvSpPr>
          <p:nvPr>
            <p:ph idx="1"/>
          </p:nvPr>
        </p:nvSpPr>
        <p:spPr/>
        <p:txBody>
          <a:bodyPr/>
          <a:lstStyle/>
          <a:p>
            <a:r>
              <a:rPr lang="en-US" dirty="0"/>
              <a:t>Push committed changes to a remote repository such as GitHub.</a:t>
            </a:r>
          </a:p>
          <a:p>
            <a:r>
              <a:rPr lang="en-US" dirty="0"/>
              <a:t>Pull remote updates to keep your local copy current.</a:t>
            </a:r>
          </a:p>
          <a:p>
            <a:r>
              <a:rPr lang="en-US" dirty="0"/>
              <a:t>Check for incoming changes before pulling to avoid surprises.</a:t>
            </a:r>
          </a:p>
          <a:p>
            <a:r>
              <a:rPr lang="en-US" dirty="0"/>
              <a:t>PreseMaker warns you when remote and local versions differ.</a:t>
            </a:r>
          </a:p>
          <a:p>
            <a:r>
              <a:rPr lang="en-US" dirty="0"/>
              <a:t>Conflicts can be identified before they affect your local work.</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Publishing a Course Website with GitHub Pages</a:t>
            </a:r>
          </a:p>
        </p:txBody>
      </p:sp>
      <p:sp>
        <p:nvSpPr>
          <p:cNvPr id="3" name="Content Placeholder 2"/>
          <p:cNvSpPr>
            <a:spLocks noGrp="1"/>
          </p:cNvSpPr>
          <p:nvPr>
            <p:ph idx="1"/>
          </p:nvPr>
        </p:nvSpPr>
        <p:spPr/>
        <p:txBody>
          <a:bodyPr/>
          <a:lstStyle/>
          <a:p>
            <a:r>
              <a:rPr lang="en-US" dirty="0"/>
              <a:t>PreseMaker connects your course to GitHub Pages for live publishing.</a:t>
            </a:r>
          </a:p>
          <a:p>
            <a:r>
              <a:rPr lang="en-US" dirty="0"/>
              <a:t>Export the course as a website before initiating publishing.</a:t>
            </a:r>
          </a:p>
          <a:p>
            <a:r>
              <a:rPr lang="en-US" dirty="0"/>
              <a:t>PreseMaker handles the full GitHub Pages setup automatically.</a:t>
            </a:r>
          </a:p>
          <a:p>
            <a:r>
              <a:rPr lang="en-US" dirty="0"/>
              <a:t>No manual configuration on GitHub's settings pages is needed.</a:t>
            </a:r>
          </a:p>
          <a:p>
            <a:r>
              <a:rPr lang="en-US" dirty="0"/>
              <a:t>The published course receives a live, shareable public web address.</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Maintaining and Updating the Published Site</a:t>
            </a:r>
          </a:p>
        </p:txBody>
      </p:sp>
      <p:sp>
        <p:nvSpPr>
          <p:cNvPr id="3" name="Content Placeholder 2"/>
          <p:cNvSpPr>
            <a:spLocks noGrp="1"/>
          </p:cNvSpPr>
          <p:nvPr>
            <p:ph idx="1"/>
          </p:nvPr>
        </p:nvSpPr>
        <p:spPr/>
        <p:txBody>
          <a:bodyPr/>
          <a:lstStyle/>
          <a:p>
            <a:r>
              <a:rPr lang="en-US" dirty="0"/>
              <a:t>Revise the course, then re-export it as a website.</a:t>
            </a:r>
          </a:p>
          <a:p>
            <a:r>
              <a:rPr lang="en-US" dirty="0"/>
              <a:t>Use PreseMaker to push updated files to the same repository.</a:t>
            </a:r>
          </a:p>
          <a:p>
            <a:r>
              <a:rPr lang="en-US" dirty="0"/>
              <a:t>The live GitHub Pages site refreshes with your latest content.</a:t>
            </a:r>
          </a:p>
          <a:p>
            <a:r>
              <a:rPr lang="en-US" dirty="0"/>
              <a:t>The public web address remains unchanged after updates.</a:t>
            </a:r>
          </a:p>
          <a:p>
            <a:r>
              <a:rPr lang="en-US" dirty="0"/>
              <a:t>Learners always access the most current version of the course.</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the Course Repository Service</a:t>
            </a:r>
          </a:p>
        </p:txBody>
      </p:sp>
      <p:sp>
        <p:nvSpPr>
          <p:cNvPr id="3" name="Content Placeholder 2"/>
          <p:cNvSpPr>
            <a:spLocks noGrp="1"/>
          </p:cNvSpPr>
          <p:nvPr>
            <p:ph idx="1"/>
          </p:nvPr>
        </p:nvSpPr>
        <p:spPr/>
        <p:txBody>
          <a:bodyPr/>
          <a:lstStyle/>
          <a:p>
            <a:r>
              <a:rPr lang="en-US" dirty="0"/>
              <a:t>PreseMaker integrates with external course-repository services.</a:t>
            </a:r>
          </a:p>
          <a:p>
            <a:r>
              <a:rPr lang="en-US" dirty="0"/>
              <a:t>Examples include platforms such as floridacourserepo.com.</a:t>
            </a:r>
          </a:p>
          <a:p>
            <a:r>
              <a:rPr lang="en-US" dirty="0"/>
              <a:t>The service acts as a content-sharing hub for educators.</a:t>
            </a:r>
          </a:p>
          <a:p>
            <a:r>
              <a:rPr lang="en-US" dirty="0"/>
              <a:t>Connect to the service directly from within PreseMaker.</a:t>
            </a:r>
          </a:p>
          <a:p>
            <a:r>
              <a:rPr lang="en-US" dirty="0"/>
              <a:t>Browse, import, or publish course materials through one interface.</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Importing and Publishing on the Repository Service</a:t>
            </a:r>
          </a:p>
        </p:txBody>
      </p:sp>
      <p:sp>
        <p:nvSpPr>
          <p:cNvPr id="3" name="Content Placeholder 2"/>
          <p:cNvSpPr>
            <a:spLocks noGrp="1"/>
          </p:cNvSpPr>
          <p:nvPr>
            <p:ph idx="1"/>
          </p:nvPr>
        </p:nvSpPr>
        <p:spPr/>
        <p:txBody>
          <a:bodyPr/>
          <a:lstStyle/>
          <a:p>
            <a:r>
              <a:rPr lang="en-US" dirty="0"/>
              <a:t>Browse materials published by other educators in the repository.</a:t>
            </a:r>
          </a:p>
          <a:p>
            <a:r>
              <a:rPr lang="en-US" dirty="0"/>
              <a:t>Import content directly into PreseMaker for use or adaptation.</a:t>
            </a:r>
          </a:p>
          <a:p>
            <a:r>
              <a:rPr lang="en-US" dirty="0"/>
              <a:t>Publish your own materials so others can discover and reuse them.</a:t>
            </a:r>
          </a:p>
          <a:p>
            <a:r>
              <a:rPr lang="en-US" dirty="0"/>
              <a:t>The repository service promotes community-driven content sharing.</a:t>
            </a:r>
          </a:p>
          <a:p>
            <a:r>
              <a:rPr lang="en-US" dirty="0"/>
              <a:t>This feature is distinct from GitHub Pages and git version control.</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Sharing Options: Archive Export and iFrame Embedding</a:t>
            </a:r>
          </a:p>
        </p:txBody>
      </p:sp>
      <p:sp>
        <p:nvSpPr>
          <p:cNvPr id="3" name="Content Placeholder 2"/>
          <p:cNvSpPr>
            <a:spLocks noGrp="1"/>
          </p:cNvSpPr>
          <p:nvPr>
            <p:ph idx="1"/>
          </p:nvPr>
        </p:nvSpPr>
        <p:spPr/>
        <p:txBody>
          <a:bodyPr/>
          <a:lstStyle/>
          <a:p>
            <a:r>
              <a:rPr lang="en-US" dirty="0"/>
              <a:t>PreseMaker offers two additional distribution methods.</a:t>
            </a:r>
          </a:p>
          <a:p>
            <a:r>
              <a:rPr lang="en-US" dirty="0"/>
              <a:t>Export a course as a portable, self-contained archive file.</a:t>
            </a:r>
          </a:p>
          <a:p>
            <a:r>
              <a:rPr lang="en-US" dirty="0"/>
              <a:t>Generate an iFrame embed code for use in other web pages.</a:t>
            </a:r>
          </a:p>
          <a:p>
            <a:r>
              <a:rPr lang="en-US" dirty="0"/>
              <a:t>These options complement version control and GitHub Pages.</a:t>
            </a:r>
          </a:p>
          <a:p>
            <a:r>
              <a:rPr lang="en-US" dirty="0"/>
              <a:t>Each method targets a different audience or platform scenario.</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Exporting a Course as an Archive File</a:t>
            </a:r>
          </a:p>
        </p:txBody>
      </p:sp>
      <p:sp>
        <p:nvSpPr>
          <p:cNvPr id="3" name="Content Placeholder 2"/>
          <p:cNvSpPr>
            <a:spLocks noGrp="1"/>
          </p:cNvSpPr>
          <p:nvPr>
            <p:ph idx="1"/>
          </p:nvPr>
        </p:nvSpPr>
        <p:spPr/>
        <p:txBody>
          <a:bodyPr/>
          <a:lstStyle/>
          <a:p>
            <a:r>
              <a:rPr lang="en-US" dirty="0"/>
              <a:t>Archive export packages all course content into one file.</a:t>
            </a:r>
          </a:p>
          <a:p>
            <a:r>
              <a:rPr lang="en-US" dirty="0"/>
              <a:t>The file is portable and importable into another PreseMaker instance.</a:t>
            </a:r>
          </a:p>
          <a:p>
            <a:r>
              <a:rPr lang="en-US" dirty="0"/>
              <a:t>Best suited for offline or standalone distribution needs.</a:t>
            </a:r>
          </a:p>
          <a:p>
            <a:r>
              <a:rPr lang="en-US" dirty="0"/>
              <a:t>Useful when sharing with colleagues in restricted environments.</a:t>
            </a:r>
          </a:p>
          <a:p>
            <a:r>
              <a:rPr lang="en-US" dirty="0"/>
              <a:t>No internet connection or live URL is required for access.</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Generating and Using an iFrame Embed Code</a:t>
            </a:r>
          </a:p>
        </p:txBody>
      </p:sp>
      <p:sp>
        <p:nvSpPr>
          <p:cNvPr id="3" name="Content Placeholder 2"/>
          <p:cNvSpPr>
            <a:spLocks noGrp="1"/>
          </p:cNvSpPr>
          <p:nvPr>
            <p:ph idx="1"/>
          </p:nvPr>
        </p:nvSpPr>
        <p:spPr/>
        <p:txBody>
          <a:bodyPr/>
          <a:lstStyle/>
          <a:p>
            <a:r>
              <a:rPr lang="en-US" dirty="0"/>
              <a:t>PreseMaker generates an iFrame code snippet for your course.</a:t>
            </a:r>
          </a:p>
          <a:p>
            <a:r>
              <a:rPr lang="en-US" dirty="0"/>
              <a:t>Paste the code into any web page to display course content inline.</a:t>
            </a:r>
          </a:p>
          <a:p>
            <a:r>
              <a:rPr lang="en-US" dirty="0"/>
              <a:t>Learners view the course without leaving the host page.</a:t>
            </a:r>
          </a:p>
          <a:p>
            <a:r>
              <a:rPr lang="en-US" dirty="0"/>
              <a:t>Ideal for embedding within LMS pages or existing websites.</a:t>
            </a:r>
          </a:p>
          <a:p>
            <a:r>
              <a:rPr lang="en-US" dirty="0"/>
              <a:t>Best when seamless integration with another platform is needed.</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Comparing Archive Export and iFrame Embedding</a:t>
            </a:r>
          </a:p>
        </p:txBody>
      </p:sp>
      <p:sp>
        <p:nvSpPr>
          <p:cNvPr id="3" name="Content Placeholder 2"/>
          <p:cNvSpPr>
            <a:spLocks noGrp="1"/>
          </p:cNvSpPr>
          <p:nvPr>
            <p:ph idx="1"/>
          </p:nvPr>
        </p:nvSpPr>
        <p:spPr/>
        <p:txBody>
          <a:bodyPr/>
          <a:lstStyle/>
          <a:p>
            <a:r>
              <a:rPr lang="en-US" dirty="0"/>
              <a:t>Archive export is for offline, portable, importable distribution.</a:t>
            </a:r>
          </a:p>
          <a:p>
            <a:r>
              <a:rPr lang="en-US" dirty="0"/>
              <a:t>iFrame embedding is for online, integrated, in-page display.</a:t>
            </a:r>
          </a:p>
          <a:p>
            <a:r>
              <a:rPr lang="en-US" dirty="0"/>
              <a:t>Archives travel without an internet connection; iFrames require one.</a:t>
            </a:r>
          </a:p>
          <a:p>
            <a:r>
              <a:rPr lang="en-US" dirty="0"/>
              <a:t>iFrames need a live published URL as their content source.</a:t>
            </a:r>
          </a:p>
          <a:p>
            <a:r>
              <a:rPr lang="en-US" dirty="0"/>
              <a:t>Choose based on your audience's environment and access needs.</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Choosing the Right Sharing Method</a:t>
            </a:r>
          </a:p>
        </p:txBody>
      </p:sp>
      <p:sp>
        <p:nvSpPr>
          <p:cNvPr id="3" name="Content Placeholder 2"/>
          <p:cNvSpPr>
            <a:spLocks noGrp="1"/>
          </p:cNvSpPr>
          <p:nvPr>
            <p:ph idx="1"/>
          </p:nvPr>
        </p:nvSpPr>
        <p:spPr/>
        <p:txBody>
          <a:bodyPr/>
          <a:lstStyle/>
          <a:p>
            <a:r>
              <a:rPr lang="en-US" dirty="0"/>
              <a:t>PreseMaker offers five distinct sharing and distribution methods.</a:t>
            </a:r>
          </a:p>
          <a:p>
            <a:r>
              <a:rPr lang="en-US" dirty="0"/>
              <a:t>Each method serves a specific purpose and audience type.</a:t>
            </a:r>
          </a:p>
          <a:p>
            <a:r>
              <a:rPr lang="en-US" dirty="0"/>
              <a:t>Consider collaboration needs, audience, and technical environment.</a:t>
            </a:r>
          </a:p>
          <a:p>
            <a:r>
              <a:rPr lang="en-US" dirty="0"/>
              <a:t>Methods can be combined for different stages of a course lifecycle.</a:t>
            </a:r>
          </a:p>
          <a:p>
            <a:r>
              <a:rPr lang="en-US" dirty="0"/>
              <a:t>No single method is universally best for every situation.</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Matching Each Method to Its Best Use Case</a:t>
            </a:r>
          </a:p>
        </p:txBody>
      </p:sp>
      <p:sp>
        <p:nvSpPr>
          <p:cNvPr id="3" name="Content Placeholder 2"/>
          <p:cNvSpPr>
            <a:spLocks noGrp="1"/>
          </p:cNvSpPr>
          <p:nvPr>
            <p:ph idx="1"/>
          </p:nvPr>
        </p:nvSpPr>
        <p:spPr/>
        <p:txBody>
          <a:bodyPr/>
          <a:lstStyle/>
          <a:p>
            <a:r>
              <a:rPr lang="en-US" dirty="0"/>
              <a:t>Git integration: track history and collaborate on course development.</a:t>
            </a:r>
          </a:p>
          <a:p>
            <a:r>
              <a:rPr lang="en-US" dirty="0"/>
              <a:t>GitHub Pages: publish a live, publicly accessible course website.</a:t>
            </a:r>
          </a:p>
          <a:p>
            <a:r>
              <a:rPr lang="en-US" dirty="0"/>
              <a:t>Repository service: share and discover reusable educator content.</a:t>
            </a:r>
          </a:p>
          <a:p>
            <a:r>
              <a:rPr lang="en-US" dirty="0"/>
              <a:t>Archive export: distribute a portable, offline-ready course copy.</a:t>
            </a:r>
          </a:p>
          <a:p>
            <a:r>
              <a:rPr lang="en-US" dirty="0"/>
              <a:t>iFrame embedding: integrate course content into existing platforms.</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PreseMaker's Sharing and Distribution Tools</a:t>
            </a:r>
          </a:p>
        </p:txBody>
      </p:sp>
      <p:sp>
        <p:nvSpPr>
          <p:cNvPr id="3" name="Content Placeholder 2"/>
          <p:cNvSpPr>
            <a:spLocks noGrp="1"/>
          </p:cNvSpPr>
          <p:nvPr>
            <p:ph idx="1"/>
          </p:nvPr>
        </p:nvSpPr>
        <p:spPr/>
        <p:txBody>
          <a:bodyPr/>
          <a:lstStyle/>
          <a:p>
            <a:r>
              <a:rPr lang="en-US" dirty="0"/>
              <a:t>Git integration manages version history without command-line tools.</a:t>
            </a:r>
          </a:p>
          <a:p>
            <a:r>
              <a:rPr lang="en-US" dirty="0"/>
              <a:t>GitHub Pages publishes courses to a live, public web address.</a:t>
            </a:r>
          </a:p>
          <a:p>
            <a:r>
              <a:rPr lang="en-US" dirty="0"/>
              <a:t>The course repository service enables community content sharing.</a:t>
            </a:r>
          </a:p>
          <a:p>
            <a:r>
              <a:rPr lang="en-US" dirty="0"/>
              <a:t>Archive export creates a portable, importable course file.</a:t>
            </a:r>
          </a:p>
          <a:p>
            <a:r>
              <a:rPr lang="en-US" dirty="0"/>
              <a:t>iFrame embedding integrates courses into existing web environments.</a:t>
            </a:r>
          </a:p>
          <a:p>
            <a:r>
              <a:rPr lang="en-US" dirty="0"/>
              <a:t>Match the method to your collaboration, audience, and platform needs.</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15</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Version Control, GitHub Pages, and Course Repository Integration</dc:title>
  <dc:creator>PreseMaker</dc:creator>
  <cp:lastModifiedBy>PreseMaker</cp:lastModifiedBy>
  <dcterms:created xsi:type="dcterms:W3CDTF">2026-07-09T13:32:43Z</dcterms:created>
  <dcterms:modified xsi:type="dcterms:W3CDTF">2026-07-09T13:32:43Z</dcterms:modified>
</cp:coreProperties>
</file>