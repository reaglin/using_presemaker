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108"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nald Eaglin" userId="c6b87d18-4edc-427f-8929-d997ad231435" providerId="ADAL" clId="{F7EFB3B1-56A6-4C16-B59D-F434F55AC407}"/>
    <pc:docChg chg="custSel modSld">
      <pc:chgData name="Ronald Eaglin" userId="c6b87d18-4edc-427f-8929-d997ad231435" providerId="ADAL" clId="{F7EFB3B1-56A6-4C16-B59D-F434F55AC407}" dt="2026-07-09T21:55:07.689" v="35" actId="26606"/>
      <pc:docMkLst>
        <pc:docMk/>
      </pc:docMkLst>
      <pc:sldChg chg="addSp modSp mod setBg">
        <pc:chgData name="Ronald Eaglin" userId="c6b87d18-4edc-427f-8929-d997ad231435" providerId="ADAL" clId="{F7EFB3B1-56A6-4C16-B59D-F434F55AC407}" dt="2026-07-09T21:46:11.414" v="16" actId="26606"/>
        <pc:sldMkLst>
          <pc:docMk/>
          <pc:sldMk cId="0" sldId="256"/>
        </pc:sldMkLst>
        <pc:spChg chg="mod">
          <ac:chgData name="Ronald Eaglin" userId="c6b87d18-4edc-427f-8929-d997ad231435" providerId="ADAL" clId="{F7EFB3B1-56A6-4C16-B59D-F434F55AC407}" dt="2026-07-09T21:46:11.414" v="16" actId="26606"/>
          <ac:spMkLst>
            <pc:docMk/>
            <pc:sldMk cId="0" sldId="256"/>
            <ac:spMk id="2" creationId="{00000000-0000-0000-0000-000000000000}"/>
          </ac:spMkLst>
        </pc:spChg>
        <pc:spChg chg="mod">
          <ac:chgData name="Ronald Eaglin" userId="c6b87d18-4edc-427f-8929-d997ad231435" providerId="ADAL" clId="{F7EFB3B1-56A6-4C16-B59D-F434F55AC407}" dt="2026-07-09T21:46:11.414" v="16" actId="26606"/>
          <ac:spMkLst>
            <pc:docMk/>
            <pc:sldMk cId="0" sldId="256"/>
            <ac:spMk id="3" creationId="{00000000-0000-0000-0000-000000000000}"/>
          </ac:spMkLst>
        </pc:spChg>
        <pc:spChg chg="add">
          <ac:chgData name="Ronald Eaglin" userId="c6b87d18-4edc-427f-8929-d997ad231435" providerId="ADAL" clId="{F7EFB3B1-56A6-4C16-B59D-F434F55AC407}" dt="2026-07-09T21:46:11.414" v="16" actId="26606"/>
          <ac:spMkLst>
            <pc:docMk/>
            <pc:sldMk cId="0" sldId="256"/>
            <ac:spMk id="10" creationId="{2B97F24A-32CE-4C1C-A50D-3016B394DCFB}"/>
          </ac:spMkLst>
        </pc:spChg>
        <pc:spChg chg="add">
          <ac:chgData name="Ronald Eaglin" userId="c6b87d18-4edc-427f-8929-d997ad231435" providerId="ADAL" clId="{F7EFB3B1-56A6-4C16-B59D-F434F55AC407}" dt="2026-07-09T21:46:11.414" v="16" actId="26606"/>
          <ac:spMkLst>
            <pc:docMk/>
            <pc:sldMk cId="0" sldId="256"/>
            <ac:spMk id="12" creationId="{CD8B4F24-440B-49E9-B85D-733523DC064B}"/>
          </ac:spMkLst>
        </pc:spChg>
        <pc:picChg chg="add mod">
          <ac:chgData name="Ronald Eaglin" userId="c6b87d18-4edc-427f-8929-d997ad231435" providerId="ADAL" clId="{F7EFB3B1-56A6-4C16-B59D-F434F55AC407}" dt="2026-07-09T21:46:11.414" v="16" actId="26606"/>
          <ac:picMkLst>
            <pc:docMk/>
            <pc:sldMk cId="0" sldId="256"/>
            <ac:picMk id="5" creationId="{BCDA3F07-574A-06C7-5E5E-5A99F6C95566}"/>
          </ac:picMkLst>
        </pc:picChg>
      </pc:sldChg>
      <pc:sldChg chg="addSp delSp modSp mod setBg">
        <pc:chgData name="Ronald Eaglin" userId="c6b87d18-4edc-427f-8929-d997ad231435" providerId="ADAL" clId="{F7EFB3B1-56A6-4C16-B59D-F434F55AC407}" dt="2026-07-09T21:46:31.459" v="17" actId="26606"/>
        <pc:sldMkLst>
          <pc:docMk/>
          <pc:sldMk cId="0" sldId="257"/>
        </pc:sldMkLst>
        <pc:spChg chg="mod">
          <ac:chgData name="Ronald Eaglin" userId="c6b87d18-4edc-427f-8929-d997ad231435" providerId="ADAL" clId="{F7EFB3B1-56A6-4C16-B59D-F434F55AC407}" dt="2026-07-09T21:46:31.459" v="17" actId="26606"/>
          <ac:spMkLst>
            <pc:docMk/>
            <pc:sldMk cId="0" sldId="257"/>
            <ac:spMk id="2" creationId="{00000000-0000-0000-0000-000000000000}"/>
          </ac:spMkLst>
        </pc:spChg>
        <pc:spChg chg="del">
          <ac:chgData name="Ronald Eaglin" userId="c6b87d18-4edc-427f-8929-d997ad231435" providerId="ADAL" clId="{F7EFB3B1-56A6-4C16-B59D-F434F55AC407}" dt="2026-07-09T21:46:31.459" v="17" actId="26606"/>
          <ac:spMkLst>
            <pc:docMk/>
            <pc:sldMk cId="0" sldId="257"/>
            <ac:spMk id="3" creationId="{00000000-0000-0000-0000-000000000000}"/>
          </ac:spMkLst>
        </pc:spChg>
        <pc:spChg chg="add">
          <ac:chgData name="Ronald Eaglin" userId="c6b87d18-4edc-427f-8929-d997ad231435" providerId="ADAL" clId="{F7EFB3B1-56A6-4C16-B59D-F434F55AC407}" dt="2026-07-09T21:46:31.459" v="17" actId="26606"/>
          <ac:spMkLst>
            <pc:docMk/>
            <pc:sldMk cId="0" sldId="257"/>
            <ac:spMk id="9" creationId="{7517A47C-B2E5-4B79-8061-D74B1311AF6E}"/>
          </ac:spMkLst>
        </pc:spChg>
        <pc:spChg chg="add">
          <ac:chgData name="Ronald Eaglin" userId="c6b87d18-4edc-427f-8929-d997ad231435" providerId="ADAL" clId="{F7EFB3B1-56A6-4C16-B59D-F434F55AC407}" dt="2026-07-09T21:46:31.459" v="17" actId="26606"/>
          <ac:spMkLst>
            <pc:docMk/>
            <pc:sldMk cId="0" sldId="257"/>
            <ac:spMk id="11" creationId="{C505E780-2083-4CB5-A42A-5E0E2908ECC3}"/>
          </ac:spMkLst>
        </pc:spChg>
        <pc:spChg chg="add">
          <ac:chgData name="Ronald Eaglin" userId="c6b87d18-4edc-427f-8929-d997ad231435" providerId="ADAL" clId="{F7EFB3B1-56A6-4C16-B59D-F434F55AC407}" dt="2026-07-09T21:46:31.459" v="17" actId="26606"/>
          <ac:spMkLst>
            <pc:docMk/>
            <pc:sldMk cId="0" sldId="257"/>
            <ac:spMk id="13" creationId="{D2C0AE1C-0118-41AE-8A10-7CDCBF10E96F}"/>
          </ac:spMkLst>
        </pc:spChg>
        <pc:spChg chg="add">
          <ac:chgData name="Ronald Eaglin" userId="c6b87d18-4edc-427f-8929-d997ad231435" providerId="ADAL" clId="{F7EFB3B1-56A6-4C16-B59D-F434F55AC407}" dt="2026-07-09T21:46:31.459" v="17" actId="26606"/>
          <ac:spMkLst>
            <pc:docMk/>
            <pc:sldMk cId="0" sldId="257"/>
            <ac:spMk id="15" creationId="{463EEC44-1BA3-44ED-81FC-A644B04B2A44}"/>
          </ac:spMkLst>
        </pc:spChg>
        <pc:graphicFrameChg chg="add">
          <ac:chgData name="Ronald Eaglin" userId="c6b87d18-4edc-427f-8929-d997ad231435" providerId="ADAL" clId="{F7EFB3B1-56A6-4C16-B59D-F434F55AC407}" dt="2026-07-09T21:46:31.459" v="17" actId="26606"/>
          <ac:graphicFrameMkLst>
            <pc:docMk/>
            <pc:sldMk cId="0" sldId="257"/>
            <ac:graphicFrameMk id="5" creationId="{058A916D-3CFC-2D2C-8171-BBCA31CB2827}"/>
          </ac:graphicFrameMkLst>
        </pc:graphicFrameChg>
      </pc:sldChg>
      <pc:sldChg chg="addSp delSp modSp mod setBg">
        <pc:chgData name="Ronald Eaglin" userId="c6b87d18-4edc-427f-8929-d997ad231435" providerId="ADAL" clId="{F7EFB3B1-56A6-4C16-B59D-F434F55AC407}" dt="2026-07-09T21:46:47.984" v="18" actId="26606"/>
        <pc:sldMkLst>
          <pc:docMk/>
          <pc:sldMk cId="0" sldId="258"/>
        </pc:sldMkLst>
        <pc:spChg chg="mod">
          <ac:chgData name="Ronald Eaglin" userId="c6b87d18-4edc-427f-8929-d997ad231435" providerId="ADAL" clId="{F7EFB3B1-56A6-4C16-B59D-F434F55AC407}" dt="2026-07-09T21:46:47.984" v="18" actId="26606"/>
          <ac:spMkLst>
            <pc:docMk/>
            <pc:sldMk cId="0" sldId="258"/>
            <ac:spMk id="2" creationId="{00000000-0000-0000-0000-000000000000}"/>
          </ac:spMkLst>
        </pc:spChg>
        <pc:spChg chg="del">
          <ac:chgData name="Ronald Eaglin" userId="c6b87d18-4edc-427f-8929-d997ad231435" providerId="ADAL" clId="{F7EFB3B1-56A6-4C16-B59D-F434F55AC407}" dt="2026-07-09T21:46:47.984" v="18" actId="26606"/>
          <ac:spMkLst>
            <pc:docMk/>
            <pc:sldMk cId="0" sldId="258"/>
            <ac:spMk id="3" creationId="{00000000-0000-0000-0000-000000000000}"/>
          </ac:spMkLst>
        </pc:spChg>
        <pc:spChg chg="add">
          <ac:chgData name="Ronald Eaglin" userId="c6b87d18-4edc-427f-8929-d997ad231435" providerId="ADAL" clId="{F7EFB3B1-56A6-4C16-B59D-F434F55AC407}" dt="2026-07-09T21:46:47.984" v="18" actId="26606"/>
          <ac:spMkLst>
            <pc:docMk/>
            <pc:sldMk cId="0" sldId="258"/>
            <ac:spMk id="9" creationId="{81D377EB-C9D2-4ED0-86A6-740A297E3EAC}"/>
          </ac:spMkLst>
        </pc:spChg>
        <pc:spChg chg="add">
          <ac:chgData name="Ronald Eaglin" userId="c6b87d18-4edc-427f-8929-d997ad231435" providerId="ADAL" clId="{F7EFB3B1-56A6-4C16-B59D-F434F55AC407}" dt="2026-07-09T21:46:47.984" v="18" actId="26606"/>
          <ac:spMkLst>
            <pc:docMk/>
            <pc:sldMk cId="0" sldId="258"/>
            <ac:spMk id="11" creationId="{066346BE-FDB4-4772-A696-0719490ABD64}"/>
          </ac:spMkLst>
        </pc:spChg>
        <pc:spChg chg="add">
          <ac:chgData name="Ronald Eaglin" userId="c6b87d18-4edc-427f-8929-d997ad231435" providerId="ADAL" clId="{F7EFB3B1-56A6-4C16-B59D-F434F55AC407}" dt="2026-07-09T21:46:47.984" v="18" actId="26606"/>
          <ac:spMkLst>
            <pc:docMk/>
            <pc:sldMk cId="0" sldId="258"/>
            <ac:spMk id="13" creationId="{FB92FFCE-0C90-454E-AA25-D4EE9A6C39C5}"/>
          </ac:spMkLst>
        </pc:spChg>
        <pc:graphicFrameChg chg="add">
          <ac:chgData name="Ronald Eaglin" userId="c6b87d18-4edc-427f-8929-d997ad231435" providerId="ADAL" clId="{F7EFB3B1-56A6-4C16-B59D-F434F55AC407}" dt="2026-07-09T21:46:47.984" v="18" actId="26606"/>
          <ac:graphicFrameMkLst>
            <pc:docMk/>
            <pc:sldMk cId="0" sldId="258"/>
            <ac:graphicFrameMk id="5" creationId="{58D371C0-B9A2-0C59-C1F9-A961E8E3D25F}"/>
          </ac:graphicFrameMkLst>
        </pc:graphicFrameChg>
      </pc:sldChg>
      <pc:sldChg chg="addSp modSp mod setBg">
        <pc:chgData name="Ronald Eaglin" userId="c6b87d18-4edc-427f-8929-d997ad231435" providerId="ADAL" clId="{F7EFB3B1-56A6-4C16-B59D-F434F55AC407}" dt="2026-07-09T21:48:22.972" v="20" actId="26606"/>
        <pc:sldMkLst>
          <pc:docMk/>
          <pc:sldMk cId="0" sldId="259"/>
        </pc:sldMkLst>
        <pc:spChg chg="mod">
          <ac:chgData name="Ronald Eaglin" userId="c6b87d18-4edc-427f-8929-d997ad231435" providerId="ADAL" clId="{F7EFB3B1-56A6-4C16-B59D-F434F55AC407}" dt="2026-07-09T21:48:22.972" v="20" actId="26606"/>
          <ac:spMkLst>
            <pc:docMk/>
            <pc:sldMk cId="0" sldId="259"/>
            <ac:spMk id="2" creationId="{00000000-0000-0000-0000-000000000000}"/>
          </ac:spMkLst>
        </pc:spChg>
        <pc:spChg chg="mod">
          <ac:chgData name="Ronald Eaglin" userId="c6b87d18-4edc-427f-8929-d997ad231435" providerId="ADAL" clId="{F7EFB3B1-56A6-4C16-B59D-F434F55AC407}" dt="2026-07-09T21:48:22.972" v="20" actId="26606"/>
          <ac:spMkLst>
            <pc:docMk/>
            <pc:sldMk cId="0" sldId="259"/>
            <ac:spMk id="3" creationId="{00000000-0000-0000-0000-000000000000}"/>
          </ac:spMkLst>
        </pc:spChg>
        <pc:spChg chg="add">
          <ac:chgData name="Ronald Eaglin" userId="c6b87d18-4edc-427f-8929-d997ad231435" providerId="ADAL" clId="{F7EFB3B1-56A6-4C16-B59D-F434F55AC407}" dt="2026-07-09T21:48:22.972" v="20" actId="26606"/>
          <ac:spMkLst>
            <pc:docMk/>
            <pc:sldMk cId="0" sldId="259"/>
            <ac:spMk id="10" creationId="{2B97F24A-32CE-4C1C-A50D-3016B394DCFB}"/>
          </ac:spMkLst>
        </pc:spChg>
        <pc:spChg chg="add">
          <ac:chgData name="Ronald Eaglin" userId="c6b87d18-4edc-427f-8929-d997ad231435" providerId="ADAL" clId="{F7EFB3B1-56A6-4C16-B59D-F434F55AC407}" dt="2026-07-09T21:48:22.972" v="20" actId="26606"/>
          <ac:spMkLst>
            <pc:docMk/>
            <pc:sldMk cId="0" sldId="259"/>
            <ac:spMk id="12" creationId="{CD8B4F24-440B-49E9-B85D-733523DC064B}"/>
          </ac:spMkLst>
        </pc:spChg>
        <pc:picChg chg="add mod">
          <ac:chgData name="Ronald Eaglin" userId="c6b87d18-4edc-427f-8929-d997ad231435" providerId="ADAL" clId="{F7EFB3B1-56A6-4C16-B59D-F434F55AC407}" dt="2026-07-09T21:48:22.972" v="20" actId="26606"/>
          <ac:picMkLst>
            <pc:docMk/>
            <pc:sldMk cId="0" sldId="259"/>
            <ac:picMk id="5" creationId="{848A90BD-EC1E-015B-F026-A5616D1ED14D}"/>
          </ac:picMkLst>
        </pc:picChg>
      </pc:sldChg>
      <pc:sldChg chg="addSp modSp mod setBg">
        <pc:chgData name="Ronald Eaglin" userId="c6b87d18-4edc-427f-8929-d997ad231435" providerId="ADAL" clId="{F7EFB3B1-56A6-4C16-B59D-F434F55AC407}" dt="2026-07-09T21:49:12.540" v="22" actId="26606"/>
        <pc:sldMkLst>
          <pc:docMk/>
          <pc:sldMk cId="0" sldId="260"/>
        </pc:sldMkLst>
        <pc:spChg chg="mod">
          <ac:chgData name="Ronald Eaglin" userId="c6b87d18-4edc-427f-8929-d997ad231435" providerId="ADAL" clId="{F7EFB3B1-56A6-4C16-B59D-F434F55AC407}" dt="2026-07-09T21:49:12.540" v="22" actId="26606"/>
          <ac:spMkLst>
            <pc:docMk/>
            <pc:sldMk cId="0" sldId="260"/>
            <ac:spMk id="2" creationId="{00000000-0000-0000-0000-000000000000}"/>
          </ac:spMkLst>
        </pc:spChg>
        <pc:spChg chg="mod">
          <ac:chgData name="Ronald Eaglin" userId="c6b87d18-4edc-427f-8929-d997ad231435" providerId="ADAL" clId="{F7EFB3B1-56A6-4C16-B59D-F434F55AC407}" dt="2026-07-09T21:49:12.540" v="22" actId="26606"/>
          <ac:spMkLst>
            <pc:docMk/>
            <pc:sldMk cId="0" sldId="260"/>
            <ac:spMk id="3" creationId="{00000000-0000-0000-0000-000000000000}"/>
          </ac:spMkLst>
        </pc:spChg>
        <pc:spChg chg="add">
          <ac:chgData name="Ronald Eaglin" userId="c6b87d18-4edc-427f-8929-d997ad231435" providerId="ADAL" clId="{F7EFB3B1-56A6-4C16-B59D-F434F55AC407}" dt="2026-07-09T21:49:12.540" v="22" actId="26606"/>
          <ac:spMkLst>
            <pc:docMk/>
            <pc:sldMk cId="0" sldId="260"/>
            <ac:spMk id="10" creationId="{2B97F24A-32CE-4C1C-A50D-3016B394DCFB}"/>
          </ac:spMkLst>
        </pc:spChg>
        <pc:spChg chg="add">
          <ac:chgData name="Ronald Eaglin" userId="c6b87d18-4edc-427f-8929-d997ad231435" providerId="ADAL" clId="{F7EFB3B1-56A6-4C16-B59D-F434F55AC407}" dt="2026-07-09T21:49:12.540" v="22" actId="26606"/>
          <ac:spMkLst>
            <pc:docMk/>
            <pc:sldMk cId="0" sldId="260"/>
            <ac:spMk id="12" creationId="{CD8B4F24-440B-49E9-B85D-733523DC064B}"/>
          </ac:spMkLst>
        </pc:spChg>
        <pc:picChg chg="add mod">
          <ac:chgData name="Ronald Eaglin" userId="c6b87d18-4edc-427f-8929-d997ad231435" providerId="ADAL" clId="{F7EFB3B1-56A6-4C16-B59D-F434F55AC407}" dt="2026-07-09T21:49:12.540" v="22" actId="26606"/>
          <ac:picMkLst>
            <pc:docMk/>
            <pc:sldMk cId="0" sldId="260"/>
            <ac:picMk id="5" creationId="{7F167BF5-BFE0-EB7E-925D-29DD376256D9}"/>
          </ac:picMkLst>
        </pc:picChg>
      </pc:sldChg>
      <pc:sldChg chg="addSp modSp mod setBg">
        <pc:chgData name="Ronald Eaglin" userId="c6b87d18-4edc-427f-8929-d997ad231435" providerId="ADAL" clId="{F7EFB3B1-56A6-4C16-B59D-F434F55AC407}" dt="2026-07-09T21:49:53.368" v="24" actId="26606"/>
        <pc:sldMkLst>
          <pc:docMk/>
          <pc:sldMk cId="0" sldId="261"/>
        </pc:sldMkLst>
        <pc:spChg chg="mod">
          <ac:chgData name="Ronald Eaglin" userId="c6b87d18-4edc-427f-8929-d997ad231435" providerId="ADAL" clId="{F7EFB3B1-56A6-4C16-B59D-F434F55AC407}" dt="2026-07-09T21:49:53.368" v="24" actId="26606"/>
          <ac:spMkLst>
            <pc:docMk/>
            <pc:sldMk cId="0" sldId="261"/>
            <ac:spMk id="2" creationId="{00000000-0000-0000-0000-000000000000}"/>
          </ac:spMkLst>
        </pc:spChg>
        <pc:spChg chg="mod">
          <ac:chgData name="Ronald Eaglin" userId="c6b87d18-4edc-427f-8929-d997ad231435" providerId="ADAL" clId="{F7EFB3B1-56A6-4C16-B59D-F434F55AC407}" dt="2026-07-09T21:49:53.368" v="24" actId="26606"/>
          <ac:spMkLst>
            <pc:docMk/>
            <pc:sldMk cId="0" sldId="261"/>
            <ac:spMk id="3" creationId="{00000000-0000-0000-0000-000000000000}"/>
          </ac:spMkLst>
        </pc:spChg>
        <pc:spChg chg="add">
          <ac:chgData name="Ronald Eaglin" userId="c6b87d18-4edc-427f-8929-d997ad231435" providerId="ADAL" clId="{F7EFB3B1-56A6-4C16-B59D-F434F55AC407}" dt="2026-07-09T21:49:53.368" v="24" actId="26606"/>
          <ac:spMkLst>
            <pc:docMk/>
            <pc:sldMk cId="0" sldId="261"/>
            <ac:spMk id="10" creationId="{2B97F24A-32CE-4C1C-A50D-3016B394DCFB}"/>
          </ac:spMkLst>
        </pc:spChg>
        <pc:spChg chg="add">
          <ac:chgData name="Ronald Eaglin" userId="c6b87d18-4edc-427f-8929-d997ad231435" providerId="ADAL" clId="{F7EFB3B1-56A6-4C16-B59D-F434F55AC407}" dt="2026-07-09T21:49:53.368" v="24" actId="26606"/>
          <ac:spMkLst>
            <pc:docMk/>
            <pc:sldMk cId="0" sldId="261"/>
            <ac:spMk id="12" creationId="{CD8B4F24-440B-49E9-B85D-733523DC064B}"/>
          </ac:spMkLst>
        </pc:spChg>
        <pc:picChg chg="add mod">
          <ac:chgData name="Ronald Eaglin" userId="c6b87d18-4edc-427f-8929-d997ad231435" providerId="ADAL" clId="{F7EFB3B1-56A6-4C16-B59D-F434F55AC407}" dt="2026-07-09T21:49:53.368" v="24" actId="26606"/>
          <ac:picMkLst>
            <pc:docMk/>
            <pc:sldMk cId="0" sldId="261"/>
            <ac:picMk id="5" creationId="{99216169-03D5-B3D5-6322-EBA5050B2A14}"/>
          </ac:picMkLst>
        </pc:picChg>
      </pc:sldChg>
      <pc:sldChg chg="addSp modSp mod setBg">
        <pc:chgData name="Ronald Eaglin" userId="c6b87d18-4edc-427f-8929-d997ad231435" providerId="ADAL" clId="{F7EFB3B1-56A6-4C16-B59D-F434F55AC407}" dt="2026-07-09T21:50:34.464" v="26" actId="26606"/>
        <pc:sldMkLst>
          <pc:docMk/>
          <pc:sldMk cId="0" sldId="262"/>
        </pc:sldMkLst>
        <pc:spChg chg="mod">
          <ac:chgData name="Ronald Eaglin" userId="c6b87d18-4edc-427f-8929-d997ad231435" providerId="ADAL" clId="{F7EFB3B1-56A6-4C16-B59D-F434F55AC407}" dt="2026-07-09T21:50:34.464" v="26" actId="26606"/>
          <ac:spMkLst>
            <pc:docMk/>
            <pc:sldMk cId="0" sldId="262"/>
            <ac:spMk id="2" creationId="{00000000-0000-0000-0000-000000000000}"/>
          </ac:spMkLst>
        </pc:spChg>
        <pc:spChg chg="mod">
          <ac:chgData name="Ronald Eaglin" userId="c6b87d18-4edc-427f-8929-d997ad231435" providerId="ADAL" clId="{F7EFB3B1-56A6-4C16-B59D-F434F55AC407}" dt="2026-07-09T21:50:34.464" v="26" actId="26606"/>
          <ac:spMkLst>
            <pc:docMk/>
            <pc:sldMk cId="0" sldId="262"/>
            <ac:spMk id="3" creationId="{00000000-0000-0000-0000-000000000000}"/>
          </ac:spMkLst>
        </pc:spChg>
        <pc:spChg chg="add">
          <ac:chgData name="Ronald Eaglin" userId="c6b87d18-4edc-427f-8929-d997ad231435" providerId="ADAL" clId="{F7EFB3B1-56A6-4C16-B59D-F434F55AC407}" dt="2026-07-09T21:50:34.464" v="26" actId="26606"/>
          <ac:spMkLst>
            <pc:docMk/>
            <pc:sldMk cId="0" sldId="262"/>
            <ac:spMk id="10" creationId="{2B97F24A-32CE-4C1C-A50D-3016B394DCFB}"/>
          </ac:spMkLst>
        </pc:spChg>
        <pc:spChg chg="add">
          <ac:chgData name="Ronald Eaglin" userId="c6b87d18-4edc-427f-8929-d997ad231435" providerId="ADAL" clId="{F7EFB3B1-56A6-4C16-B59D-F434F55AC407}" dt="2026-07-09T21:50:34.464" v="26" actId="26606"/>
          <ac:spMkLst>
            <pc:docMk/>
            <pc:sldMk cId="0" sldId="262"/>
            <ac:spMk id="12" creationId="{CD8B4F24-440B-49E9-B85D-733523DC064B}"/>
          </ac:spMkLst>
        </pc:spChg>
        <pc:picChg chg="add mod">
          <ac:chgData name="Ronald Eaglin" userId="c6b87d18-4edc-427f-8929-d997ad231435" providerId="ADAL" clId="{F7EFB3B1-56A6-4C16-B59D-F434F55AC407}" dt="2026-07-09T21:50:34.464" v="26" actId="26606"/>
          <ac:picMkLst>
            <pc:docMk/>
            <pc:sldMk cId="0" sldId="262"/>
            <ac:picMk id="5" creationId="{B37D577F-A5F2-5305-5B9B-FD607D15FB60}"/>
          </ac:picMkLst>
        </pc:picChg>
      </pc:sldChg>
      <pc:sldChg chg="addSp delSp modSp mod setBg">
        <pc:chgData name="Ronald Eaglin" userId="c6b87d18-4edc-427f-8929-d997ad231435" providerId="ADAL" clId="{F7EFB3B1-56A6-4C16-B59D-F434F55AC407}" dt="2026-07-09T21:51:05.458" v="27" actId="26606"/>
        <pc:sldMkLst>
          <pc:docMk/>
          <pc:sldMk cId="0" sldId="263"/>
        </pc:sldMkLst>
        <pc:spChg chg="mod">
          <ac:chgData name="Ronald Eaglin" userId="c6b87d18-4edc-427f-8929-d997ad231435" providerId="ADAL" clId="{F7EFB3B1-56A6-4C16-B59D-F434F55AC407}" dt="2026-07-09T21:51:05.458" v="27" actId="26606"/>
          <ac:spMkLst>
            <pc:docMk/>
            <pc:sldMk cId="0" sldId="263"/>
            <ac:spMk id="2" creationId="{00000000-0000-0000-0000-000000000000}"/>
          </ac:spMkLst>
        </pc:spChg>
        <pc:spChg chg="del">
          <ac:chgData name="Ronald Eaglin" userId="c6b87d18-4edc-427f-8929-d997ad231435" providerId="ADAL" clId="{F7EFB3B1-56A6-4C16-B59D-F434F55AC407}" dt="2026-07-09T21:51:05.458" v="27" actId="26606"/>
          <ac:spMkLst>
            <pc:docMk/>
            <pc:sldMk cId="0" sldId="263"/>
            <ac:spMk id="3" creationId="{00000000-0000-0000-0000-000000000000}"/>
          </ac:spMkLst>
        </pc:spChg>
        <pc:spChg chg="add">
          <ac:chgData name="Ronald Eaglin" userId="c6b87d18-4edc-427f-8929-d997ad231435" providerId="ADAL" clId="{F7EFB3B1-56A6-4C16-B59D-F434F55AC407}" dt="2026-07-09T21:51:05.458" v="27" actId="26606"/>
          <ac:spMkLst>
            <pc:docMk/>
            <pc:sldMk cId="0" sldId="263"/>
            <ac:spMk id="9" creationId="{C05CBC3C-2E5A-4839-8B9B-2E5A6ADF0F58}"/>
          </ac:spMkLst>
        </pc:spChg>
        <pc:spChg chg="add">
          <ac:chgData name="Ronald Eaglin" userId="c6b87d18-4edc-427f-8929-d997ad231435" providerId="ADAL" clId="{F7EFB3B1-56A6-4C16-B59D-F434F55AC407}" dt="2026-07-09T21:51:05.458" v="27" actId="26606"/>
          <ac:spMkLst>
            <pc:docMk/>
            <pc:sldMk cId="0" sldId="263"/>
            <ac:spMk id="11" creationId="{DB5B423A-57CC-4C58-AA26-8E2E862B03A0}"/>
          </ac:spMkLst>
        </pc:spChg>
        <pc:graphicFrameChg chg="add">
          <ac:chgData name="Ronald Eaglin" userId="c6b87d18-4edc-427f-8929-d997ad231435" providerId="ADAL" clId="{F7EFB3B1-56A6-4C16-B59D-F434F55AC407}" dt="2026-07-09T21:51:05.458" v="27" actId="26606"/>
          <ac:graphicFrameMkLst>
            <pc:docMk/>
            <pc:sldMk cId="0" sldId="263"/>
            <ac:graphicFrameMk id="5" creationId="{69811293-8715-BE2C-A8E4-C7EC2071772E}"/>
          </ac:graphicFrameMkLst>
        </pc:graphicFrameChg>
      </pc:sldChg>
      <pc:sldChg chg="addSp modSp mod setBg">
        <pc:chgData name="Ronald Eaglin" userId="c6b87d18-4edc-427f-8929-d997ad231435" providerId="ADAL" clId="{F7EFB3B1-56A6-4C16-B59D-F434F55AC407}" dt="2026-07-09T21:53:19.096" v="29" actId="26606"/>
        <pc:sldMkLst>
          <pc:docMk/>
          <pc:sldMk cId="0" sldId="264"/>
        </pc:sldMkLst>
        <pc:spChg chg="mod">
          <ac:chgData name="Ronald Eaglin" userId="c6b87d18-4edc-427f-8929-d997ad231435" providerId="ADAL" clId="{F7EFB3B1-56A6-4C16-B59D-F434F55AC407}" dt="2026-07-09T21:53:19.096" v="29" actId="26606"/>
          <ac:spMkLst>
            <pc:docMk/>
            <pc:sldMk cId="0" sldId="264"/>
            <ac:spMk id="2" creationId="{00000000-0000-0000-0000-000000000000}"/>
          </ac:spMkLst>
        </pc:spChg>
        <pc:spChg chg="mod">
          <ac:chgData name="Ronald Eaglin" userId="c6b87d18-4edc-427f-8929-d997ad231435" providerId="ADAL" clId="{F7EFB3B1-56A6-4C16-B59D-F434F55AC407}" dt="2026-07-09T21:53:19.096" v="29" actId="26606"/>
          <ac:spMkLst>
            <pc:docMk/>
            <pc:sldMk cId="0" sldId="264"/>
            <ac:spMk id="3" creationId="{00000000-0000-0000-0000-000000000000}"/>
          </ac:spMkLst>
        </pc:spChg>
        <pc:spChg chg="add">
          <ac:chgData name="Ronald Eaglin" userId="c6b87d18-4edc-427f-8929-d997ad231435" providerId="ADAL" clId="{F7EFB3B1-56A6-4C16-B59D-F434F55AC407}" dt="2026-07-09T21:53:19.096" v="29" actId="26606"/>
          <ac:spMkLst>
            <pc:docMk/>
            <pc:sldMk cId="0" sldId="264"/>
            <ac:spMk id="10" creationId="{2B97F24A-32CE-4C1C-A50D-3016B394DCFB}"/>
          </ac:spMkLst>
        </pc:spChg>
        <pc:spChg chg="add">
          <ac:chgData name="Ronald Eaglin" userId="c6b87d18-4edc-427f-8929-d997ad231435" providerId="ADAL" clId="{F7EFB3B1-56A6-4C16-B59D-F434F55AC407}" dt="2026-07-09T21:53:19.096" v="29" actId="26606"/>
          <ac:spMkLst>
            <pc:docMk/>
            <pc:sldMk cId="0" sldId="264"/>
            <ac:spMk id="12" creationId="{CD8B4F24-440B-49E9-B85D-733523DC064B}"/>
          </ac:spMkLst>
        </pc:spChg>
        <pc:picChg chg="add mod">
          <ac:chgData name="Ronald Eaglin" userId="c6b87d18-4edc-427f-8929-d997ad231435" providerId="ADAL" clId="{F7EFB3B1-56A6-4C16-B59D-F434F55AC407}" dt="2026-07-09T21:53:19.096" v="29" actId="26606"/>
          <ac:picMkLst>
            <pc:docMk/>
            <pc:sldMk cId="0" sldId="264"/>
            <ac:picMk id="5" creationId="{0AE9E650-E16D-6291-715D-BAEB92144E32}"/>
          </ac:picMkLst>
        </pc:picChg>
      </pc:sldChg>
      <pc:sldChg chg="addSp delSp modSp mod setBg">
        <pc:chgData name="Ronald Eaglin" userId="c6b87d18-4edc-427f-8929-d997ad231435" providerId="ADAL" clId="{F7EFB3B1-56A6-4C16-B59D-F434F55AC407}" dt="2026-07-09T21:53:49.596" v="30" actId="26606"/>
        <pc:sldMkLst>
          <pc:docMk/>
          <pc:sldMk cId="0" sldId="265"/>
        </pc:sldMkLst>
        <pc:spChg chg="mod">
          <ac:chgData name="Ronald Eaglin" userId="c6b87d18-4edc-427f-8929-d997ad231435" providerId="ADAL" clId="{F7EFB3B1-56A6-4C16-B59D-F434F55AC407}" dt="2026-07-09T21:53:49.596" v="30" actId="26606"/>
          <ac:spMkLst>
            <pc:docMk/>
            <pc:sldMk cId="0" sldId="265"/>
            <ac:spMk id="2" creationId="{00000000-0000-0000-0000-000000000000}"/>
          </ac:spMkLst>
        </pc:spChg>
        <pc:spChg chg="del">
          <ac:chgData name="Ronald Eaglin" userId="c6b87d18-4edc-427f-8929-d997ad231435" providerId="ADAL" clId="{F7EFB3B1-56A6-4C16-B59D-F434F55AC407}" dt="2026-07-09T21:53:49.596" v="30" actId="26606"/>
          <ac:spMkLst>
            <pc:docMk/>
            <pc:sldMk cId="0" sldId="265"/>
            <ac:spMk id="3" creationId="{00000000-0000-0000-0000-000000000000}"/>
          </ac:spMkLst>
        </pc:spChg>
        <pc:spChg chg="add">
          <ac:chgData name="Ronald Eaglin" userId="c6b87d18-4edc-427f-8929-d997ad231435" providerId="ADAL" clId="{F7EFB3B1-56A6-4C16-B59D-F434F55AC407}" dt="2026-07-09T21:53:49.596" v="30" actId="26606"/>
          <ac:spMkLst>
            <pc:docMk/>
            <pc:sldMk cId="0" sldId="265"/>
            <ac:spMk id="9" creationId="{C05CBC3C-2E5A-4839-8B9B-2E5A6ADF0F58}"/>
          </ac:spMkLst>
        </pc:spChg>
        <pc:spChg chg="add">
          <ac:chgData name="Ronald Eaglin" userId="c6b87d18-4edc-427f-8929-d997ad231435" providerId="ADAL" clId="{F7EFB3B1-56A6-4C16-B59D-F434F55AC407}" dt="2026-07-09T21:53:49.596" v="30" actId="26606"/>
          <ac:spMkLst>
            <pc:docMk/>
            <pc:sldMk cId="0" sldId="265"/>
            <ac:spMk id="11" creationId="{DB5B423A-57CC-4C58-AA26-8E2E862B03A0}"/>
          </ac:spMkLst>
        </pc:spChg>
        <pc:graphicFrameChg chg="add">
          <ac:chgData name="Ronald Eaglin" userId="c6b87d18-4edc-427f-8929-d997ad231435" providerId="ADAL" clId="{F7EFB3B1-56A6-4C16-B59D-F434F55AC407}" dt="2026-07-09T21:53:49.596" v="30" actId="26606"/>
          <ac:graphicFrameMkLst>
            <pc:docMk/>
            <pc:sldMk cId="0" sldId="265"/>
            <ac:graphicFrameMk id="5" creationId="{F0401E3D-5435-C588-F1F6-33D0EF2D0975}"/>
          </ac:graphicFrameMkLst>
        </pc:graphicFrameChg>
      </pc:sldChg>
      <pc:sldChg chg="addSp modSp mod setBg">
        <pc:chgData name="Ronald Eaglin" userId="c6b87d18-4edc-427f-8929-d997ad231435" providerId="ADAL" clId="{F7EFB3B1-56A6-4C16-B59D-F434F55AC407}" dt="2026-07-09T21:54:38.454" v="32" actId="26606"/>
        <pc:sldMkLst>
          <pc:docMk/>
          <pc:sldMk cId="0" sldId="266"/>
        </pc:sldMkLst>
        <pc:spChg chg="mod">
          <ac:chgData name="Ronald Eaglin" userId="c6b87d18-4edc-427f-8929-d997ad231435" providerId="ADAL" clId="{F7EFB3B1-56A6-4C16-B59D-F434F55AC407}" dt="2026-07-09T21:54:38.454" v="32" actId="26606"/>
          <ac:spMkLst>
            <pc:docMk/>
            <pc:sldMk cId="0" sldId="266"/>
            <ac:spMk id="2" creationId="{00000000-0000-0000-0000-000000000000}"/>
          </ac:spMkLst>
        </pc:spChg>
        <pc:spChg chg="mod">
          <ac:chgData name="Ronald Eaglin" userId="c6b87d18-4edc-427f-8929-d997ad231435" providerId="ADAL" clId="{F7EFB3B1-56A6-4C16-B59D-F434F55AC407}" dt="2026-07-09T21:54:38.454" v="32" actId="26606"/>
          <ac:spMkLst>
            <pc:docMk/>
            <pc:sldMk cId="0" sldId="266"/>
            <ac:spMk id="3" creationId="{00000000-0000-0000-0000-000000000000}"/>
          </ac:spMkLst>
        </pc:spChg>
        <pc:spChg chg="add">
          <ac:chgData name="Ronald Eaglin" userId="c6b87d18-4edc-427f-8929-d997ad231435" providerId="ADAL" clId="{F7EFB3B1-56A6-4C16-B59D-F434F55AC407}" dt="2026-07-09T21:54:38.454" v="32" actId="26606"/>
          <ac:spMkLst>
            <pc:docMk/>
            <pc:sldMk cId="0" sldId="266"/>
            <ac:spMk id="10" creationId="{2B97F24A-32CE-4C1C-A50D-3016B394DCFB}"/>
          </ac:spMkLst>
        </pc:spChg>
        <pc:spChg chg="add">
          <ac:chgData name="Ronald Eaglin" userId="c6b87d18-4edc-427f-8929-d997ad231435" providerId="ADAL" clId="{F7EFB3B1-56A6-4C16-B59D-F434F55AC407}" dt="2026-07-09T21:54:38.454" v="32" actId="26606"/>
          <ac:spMkLst>
            <pc:docMk/>
            <pc:sldMk cId="0" sldId="266"/>
            <ac:spMk id="12" creationId="{CD8B4F24-440B-49E9-B85D-733523DC064B}"/>
          </ac:spMkLst>
        </pc:spChg>
        <pc:picChg chg="add mod">
          <ac:chgData name="Ronald Eaglin" userId="c6b87d18-4edc-427f-8929-d997ad231435" providerId="ADAL" clId="{F7EFB3B1-56A6-4C16-B59D-F434F55AC407}" dt="2026-07-09T21:54:38.454" v="32" actId="26606"/>
          <ac:picMkLst>
            <pc:docMk/>
            <pc:sldMk cId="0" sldId="266"/>
            <ac:picMk id="5" creationId="{C66B57D4-F9BA-F40C-1AFD-4952F7A9AA98}"/>
          </ac:picMkLst>
        </pc:picChg>
      </pc:sldChg>
      <pc:sldChg chg="addSp delSp modSp mod setBg">
        <pc:chgData name="Ronald Eaglin" userId="c6b87d18-4edc-427f-8929-d997ad231435" providerId="ADAL" clId="{F7EFB3B1-56A6-4C16-B59D-F434F55AC407}" dt="2026-07-09T21:54:48.168" v="33" actId="26606"/>
        <pc:sldMkLst>
          <pc:docMk/>
          <pc:sldMk cId="0" sldId="267"/>
        </pc:sldMkLst>
        <pc:spChg chg="mod">
          <ac:chgData name="Ronald Eaglin" userId="c6b87d18-4edc-427f-8929-d997ad231435" providerId="ADAL" clId="{F7EFB3B1-56A6-4C16-B59D-F434F55AC407}" dt="2026-07-09T21:54:48.168" v="33" actId="26606"/>
          <ac:spMkLst>
            <pc:docMk/>
            <pc:sldMk cId="0" sldId="267"/>
            <ac:spMk id="2" creationId="{00000000-0000-0000-0000-000000000000}"/>
          </ac:spMkLst>
        </pc:spChg>
        <pc:spChg chg="del">
          <ac:chgData name="Ronald Eaglin" userId="c6b87d18-4edc-427f-8929-d997ad231435" providerId="ADAL" clId="{F7EFB3B1-56A6-4C16-B59D-F434F55AC407}" dt="2026-07-09T21:54:48.168" v="33" actId="26606"/>
          <ac:spMkLst>
            <pc:docMk/>
            <pc:sldMk cId="0" sldId="267"/>
            <ac:spMk id="3" creationId="{00000000-0000-0000-0000-000000000000}"/>
          </ac:spMkLst>
        </pc:spChg>
        <pc:spChg chg="add">
          <ac:chgData name="Ronald Eaglin" userId="c6b87d18-4edc-427f-8929-d997ad231435" providerId="ADAL" clId="{F7EFB3B1-56A6-4C16-B59D-F434F55AC407}" dt="2026-07-09T21:54:48.168" v="33" actId="26606"/>
          <ac:spMkLst>
            <pc:docMk/>
            <pc:sldMk cId="0" sldId="267"/>
            <ac:spMk id="9" creationId="{C05CBC3C-2E5A-4839-8B9B-2E5A6ADF0F58}"/>
          </ac:spMkLst>
        </pc:spChg>
        <pc:spChg chg="add">
          <ac:chgData name="Ronald Eaglin" userId="c6b87d18-4edc-427f-8929-d997ad231435" providerId="ADAL" clId="{F7EFB3B1-56A6-4C16-B59D-F434F55AC407}" dt="2026-07-09T21:54:48.168" v="33" actId="26606"/>
          <ac:spMkLst>
            <pc:docMk/>
            <pc:sldMk cId="0" sldId="267"/>
            <ac:spMk id="11" creationId="{DB5B423A-57CC-4C58-AA26-8E2E862B03A0}"/>
          </ac:spMkLst>
        </pc:spChg>
        <pc:graphicFrameChg chg="add">
          <ac:chgData name="Ronald Eaglin" userId="c6b87d18-4edc-427f-8929-d997ad231435" providerId="ADAL" clId="{F7EFB3B1-56A6-4C16-B59D-F434F55AC407}" dt="2026-07-09T21:54:48.168" v="33" actId="26606"/>
          <ac:graphicFrameMkLst>
            <pc:docMk/>
            <pc:sldMk cId="0" sldId="267"/>
            <ac:graphicFrameMk id="5" creationId="{1612AC52-4144-5F8E-0BF7-8F95B50D1F21}"/>
          </ac:graphicFrameMkLst>
        </pc:graphicFrameChg>
      </pc:sldChg>
      <pc:sldChg chg="addSp delSp modSp mod setBg">
        <pc:chgData name="Ronald Eaglin" userId="c6b87d18-4edc-427f-8929-d997ad231435" providerId="ADAL" clId="{F7EFB3B1-56A6-4C16-B59D-F434F55AC407}" dt="2026-07-09T21:55:00.887" v="34" actId="26606"/>
        <pc:sldMkLst>
          <pc:docMk/>
          <pc:sldMk cId="0" sldId="268"/>
        </pc:sldMkLst>
        <pc:spChg chg="mod">
          <ac:chgData name="Ronald Eaglin" userId="c6b87d18-4edc-427f-8929-d997ad231435" providerId="ADAL" clId="{F7EFB3B1-56A6-4C16-B59D-F434F55AC407}" dt="2026-07-09T21:55:00.887" v="34" actId="26606"/>
          <ac:spMkLst>
            <pc:docMk/>
            <pc:sldMk cId="0" sldId="268"/>
            <ac:spMk id="2" creationId="{00000000-0000-0000-0000-000000000000}"/>
          </ac:spMkLst>
        </pc:spChg>
        <pc:spChg chg="del">
          <ac:chgData name="Ronald Eaglin" userId="c6b87d18-4edc-427f-8929-d997ad231435" providerId="ADAL" clId="{F7EFB3B1-56A6-4C16-B59D-F434F55AC407}" dt="2026-07-09T21:55:00.887" v="34" actId="26606"/>
          <ac:spMkLst>
            <pc:docMk/>
            <pc:sldMk cId="0" sldId="268"/>
            <ac:spMk id="3" creationId="{00000000-0000-0000-0000-000000000000}"/>
          </ac:spMkLst>
        </pc:spChg>
        <pc:spChg chg="add">
          <ac:chgData name="Ronald Eaglin" userId="c6b87d18-4edc-427f-8929-d997ad231435" providerId="ADAL" clId="{F7EFB3B1-56A6-4C16-B59D-F434F55AC407}" dt="2026-07-09T21:55:00.887" v="34" actId="26606"/>
          <ac:spMkLst>
            <pc:docMk/>
            <pc:sldMk cId="0" sldId="268"/>
            <ac:spMk id="9" creationId="{C05CBC3C-2E5A-4839-8B9B-2E5A6ADF0F58}"/>
          </ac:spMkLst>
        </pc:spChg>
        <pc:spChg chg="add">
          <ac:chgData name="Ronald Eaglin" userId="c6b87d18-4edc-427f-8929-d997ad231435" providerId="ADAL" clId="{F7EFB3B1-56A6-4C16-B59D-F434F55AC407}" dt="2026-07-09T21:55:00.887" v="34" actId="26606"/>
          <ac:spMkLst>
            <pc:docMk/>
            <pc:sldMk cId="0" sldId="268"/>
            <ac:spMk id="11" creationId="{DB5B423A-57CC-4C58-AA26-8E2E862B03A0}"/>
          </ac:spMkLst>
        </pc:spChg>
        <pc:graphicFrameChg chg="add">
          <ac:chgData name="Ronald Eaglin" userId="c6b87d18-4edc-427f-8929-d997ad231435" providerId="ADAL" clId="{F7EFB3B1-56A6-4C16-B59D-F434F55AC407}" dt="2026-07-09T21:55:00.887" v="34" actId="26606"/>
          <ac:graphicFrameMkLst>
            <pc:docMk/>
            <pc:sldMk cId="0" sldId="268"/>
            <ac:graphicFrameMk id="5" creationId="{8160D542-D9F4-A9BA-BC17-20559F0D1B9E}"/>
          </ac:graphicFrameMkLst>
        </pc:graphicFrameChg>
      </pc:sldChg>
      <pc:sldChg chg="addSp delSp modSp mod setBg">
        <pc:chgData name="Ronald Eaglin" userId="c6b87d18-4edc-427f-8929-d997ad231435" providerId="ADAL" clId="{F7EFB3B1-56A6-4C16-B59D-F434F55AC407}" dt="2026-07-09T21:55:07.689" v="35" actId="26606"/>
        <pc:sldMkLst>
          <pc:docMk/>
          <pc:sldMk cId="0" sldId="269"/>
        </pc:sldMkLst>
        <pc:spChg chg="mod">
          <ac:chgData name="Ronald Eaglin" userId="c6b87d18-4edc-427f-8929-d997ad231435" providerId="ADAL" clId="{F7EFB3B1-56A6-4C16-B59D-F434F55AC407}" dt="2026-07-09T21:55:07.689" v="35" actId="26606"/>
          <ac:spMkLst>
            <pc:docMk/>
            <pc:sldMk cId="0" sldId="269"/>
            <ac:spMk id="2" creationId="{00000000-0000-0000-0000-000000000000}"/>
          </ac:spMkLst>
        </pc:spChg>
        <pc:spChg chg="del">
          <ac:chgData name="Ronald Eaglin" userId="c6b87d18-4edc-427f-8929-d997ad231435" providerId="ADAL" clId="{F7EFB3B1-56A6-4C16-B59D-F434F55AC407}" dt="2026-07-09T21:55:07.689" v="35" actId="26606"/>
          <ac:spMkLst>
            <pc:docMk/>
            <pc:sldMk cId="0" sldId="269"/>
            <ac:spMk id="3" creationId="{00000000-0000-0000-0000-000000000000}"/>
          </ac:spMkLst>
        </pc:spChg>
        <pc:spChg chg="add">
          <ac:chgData name="Ronald Eaglin" userId="c6b87d18-4edc-427f-8929-d997ad231435" providerId="ADAL" clId="{F7EFB3B1-56A6-4C16-B59D-F434F55AC407}" dt="2026-07-09T21:55:07.689" v="35" actId="26606"/>
          <ac:spMkLst>
            <pc:docMk/>
            <pc:sldMk cId="0" sldId="269"/>
            <ac:spMk id="9" creationId="{C05CBC3C-2E5A-4839-8B9B-2E5A6ADF0F58}"/>
          </ac:spMkLst>
        </pc:spChg>
        <pc:spChg chg="add">
          <ac:chgData name="Ronald Eaglin" userId="c6b87d18-4edc-427f-8929-d997ad231435" providerId="ADAL" clId="{F7EFB3B1-56A6-4C16-B59D-F434F55AC407}" dt="2026-07-09T21:55:07.689" v="35" actId="26606"/>
          <ac:spMkLst>
            <pc:docMk/>
            <pc:sldMk cId="0" sldId="269"/>
            <ac:spMk id="11" creationId="{DB5B423A-57CC-4C58-AA26-8E2E862B03A0}"/>
          </ac:spMkLst>
        </pc:spChg>
        <pc:graphicFrameChg chg="add">
          <ac:chgData name="Ronald Eaglin" userId="c6b87d18-4edc-427f-8929-d997ad231435" providerId="ADAL" clId="{F7EFB3B1-56A6-4C16-B59D-F434F55AC407}" dt="2026-07-09T21:55:07.689" v="35" actId="26606"/>
          <ac:graphicFrameMkLst>
            <pc:docMk/>
            <pc:sldMk cId="0" sldId="269"/>
            <ac:graphicFrameMk id="5" creationId="{1A6B802A-59BB-C35C-A076-A57177A36807}"/>
          </ac:graphicFrameMkLst>
        </pc:graphicFrame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8B6817-205A-4662-B5AB-E0FE45F982D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A7F4653-59B7-4F52-8047-40026BD0B1ED}">
      <dgm:prSet/>
      <dgm:spPr/>
      <dgm:t>
        <a:bodyPr/>
        <a:lstStyle/>
        <a:p>
          <a:r>
            <a:rPr lang="en-US"/>
            <a:t>PreseMaker is a structured e-learning authoring tool.</a:t>
          </a:r>
        </a:p>
      </dgm:t>
    </dgm:pt>
    <dgm:pt modelId="{62C92368-B75F-4077-BC8A-308A579704F3}" type="parTrans" cxnId="{BFB400F1-6741-47F1-9AD2-5F6516C49CA2}">
      <dgm:prSet/>
      <dgm:spPr/>
      <dgm:t>
        <a:bodyPr/>
        <a:lstStyle/>
        <a:p>
          <a:endParaRPr lang="en-US"/>
        </a:p>
      </dgm:t>
    </dgm:pt>
    <dgm:pt modelId="{96F484ED-5BBF-4F49-A092-B17BD5C92B3E}" type="sibTrans" cxnId="{BFB400F1-6741-47F1-9AD2-5F6516C49CA2}">
      <dgm:prSet/>
      <dgm:spPr/>
      <dgm:t>
        <a:bodyPr/>
        <a:lstStyle/>
        <a:p>
          <a:endParaRPr lang="en-US"/>
        </a:p>
      </dgm:t>
    </dgm:pt>
    <dgm:pt modelId="{303BBFDC-234A-45DE-8E6F-78EA767BD571}">
      <dgm:prSet/>
      <dgm:spPr/>
      <dgm:t>
        <a:bodyPr/>
        <a:lstStyle/>
        <a:p>
          <a:r>
            <a:rPr lang="en-US"/>
            <a:t>Built around a clear, layered organizational system.</a:t>
          </a:r>
        </a:p>
      </dgm:t>
    </dgm:pt>
    <dgm:pt modelId="{2510F986-0CC4-4EC8-AAF8-F9CE729244D4}" type="parTrans" cxnId="{E3A19D72-8CF6-4FCB-B251-EE00436B0FA3}">
      <dgm:prSet/>
      <dgm:spPr/>
      <dgm:t>
        <a:bodyPr/>
        <a:lstStyle/>
        <a:p>
          <a:endParaRPr lang="en-US"/>
        </a:p>
      </dgm:t>
    </dgm:pt>
    <dgm:pt modelId="{86FD2F1F-EE6A-459D-A9F1-402191FCEDB0}" type="sibTrans" cxnId="{E3A19D72-8CF6-4FCB-B251-EE00436B0FA3}">
      <dgm:prSet/>
      <dgm:spPr/>
      <dgm:t>
        <a:bodyPr/>
        <a:lstStyle/>
        <a:p>
          <a:endParaRPr lang="en-US"/>
        </a:p>
      </dgm:t>
    </dgm:pt>
    <dgm:pt modelId="{C3573872-B524-4771-9424-89783930A4A3}">
      <dgm:prSet/>
      <dgm:spPr/>
      <dgm:t>
        <a:bodyPr/>
        <a:lstStyle/>
        <a:p>
          <a:r>
            <a:rPr lang="en-US"/>
            <a:t>Designed to simplify creating and managing educational content.</a:t>
          </a:r>
        </a:p>
      </dgm:t>
    </dgm:pt>
    <dgm:pt modelId="{0E10FA60-5163-44D8-9885-8BD7937C688C}" type="parTrans" cxnId="{585E981F-2555-4055-8A6E-7D74DCC9A78D}">
      <dgm:prSet/>
      <dgm:spPr/>
      <dgm:t>
        <a:bodyPr/>
        <a:lstStyle/>
        <a:p>
          <a:endParaRPr lang="en-US"/>
        </a:p>
      </dgm:t>
    </dgm:pt>
    <dgm:pt modelId="{99E80B77-698C-4CEF-A4FB-3FFB46D23EF7}" type="sibTrans" cxnId="{585E981F-2555-4055-8A6E-7D74DCC9A78D}">
      <dgm:prSet/>
      <dgm:spPr/>
      <dgm:t>
        <a:bodyPr/>
        <a:lstStyle/>
        <a:p>
          <a:endParaRPr lang="en-US"/>
        </a:p>
      </dgm:t>
    </dgm:pt>
    <dgm:pt modelId="{63A9AF54-146B-42E8-B2DE-41C7D5E17FFE}">
      <dgm:prSet/>
      <dgm:spPr/>
      <dgm:t>
        <a:bodyPr/>
        <a:lstStyle/>
        <a:p>
          <a:r>
            <a:rPr lang="en-US"/>
            <a:t>Produces tangible learning materials from structured course data.</a:t>
          </a:r>
        </a:p>
      </dgm:t>
    </dgm:pt>
    <dgm:pt modelId="{AEE9576B-16B0-4348-868D-461A87C7D2CC}" type="parTrans" cxnId="{55BDC1B2-8D54-49F2-8CC8-ADEAA0906A64}">
      <dgm:prSet/>
      <dgm:spPr/>
      <dgm:t>
        <a:bodyPr/>
        <a:lstStyle/>
        <a:p>
          <a:endParaRPr lang="en-US"/>
        </a:p>
      </dgm:t>
    </dgm:pt>
    <dgm:pt modelId="{791D6092-F182-4A57-8DA9-33E716892DEB}" type="sibTrans" cxnId="{55BDC1B2-8D54-49F2-8CC8-ADEAA0906A64}">
      <dgm:prSet/>
      <dgm:spPr/>
      <dgm:t>
        <a:bodyPr/>
        <a:lstStyle/>
        <a:p>
          <a:endParaRPr lang="en-US"/>
        </a:p>
      </dgm:t>
    </dgm:pt>
    <dgm:pt modelId="{99B297D4-0264-4C7B-B76F-4379F145C360}" type="pres">
      <dgm:prSet presAssocID="{988B6817-205A-4662-B5AB-E0FE45F982D6}" presName="root" presStyleCnt="0">
        <dgm:presLayoutVars>
          <dgm:dir/>
          <dgm:resizeHandles val="exact"/>
        </dgm:presLayoutVars>
      </dgm:prSet>
      <dgm:spPr/>
    </dgm:pt>
    <dgm:pt modelId="{6F87218A-81AB-4FBE-8AE3-D8F6F3B5C2B6}" type="pres">
      <dgm:prSet presAssocID="{FA7F4653-59B7-4F52-8047-40026BD0B1ED}" presName="compNode" presStyleCnt="0"/>
      <dgm:spPr/>
    </dgm:pt>
    <dgm:pt modelId="{E20B6B3F-8F94-4AE0-8A48-CE05442F0953}" type="pres">
      <dgm:prSet presAssocID="{FA7F4653-59B7-4F52-8047-40026BD0B1ED}" presName="bgRect" presStyleLbl="bgShp" presStyleIdx="0" presStyleCnt="4"/>
      <dgm:spPr/>
    </dgm:pt>
    <dgm:pt modelId="{6608867F-B123-45F9-BBDC-25C0BE273B43}" type="pres">
      <dgm:prSet presAssocID="{FA7F4653-59B7-4F52-8047-40026BD0B1ED}"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ierarchy"/>
        </a:ext>
      </dgm:extLst>
    </dgm:pt>
    <dgm:pt modelId="{0F00212A-261F-4856-9574-949630F75B2C}" type="pres">
      <dgm:prSet presAssocID="{FA7F4653-59B7-4F52-8047-40026BD0B1ED}" presName="spaceRect" presStyleCnt="0"/>
      <dgm:spPr/>
    </dgm:pt>
    <dgm:pt modelId="{6EB452F5-05D6-44A5-8596-912B4D80C794}" type="pres">
      <dgm:prSet presAssocID="{FA7F4653-59B7-4F52-8047-40026BD0B1ED}" presName="parTx" presStyleLbl="revTx" presStyleIdx="0" presStyleCnt="4">
        <dgm:presLayoutVars>
          <dgm:chMax val="0"/>
          <dgm:chPref val="0"/>
        </dgm:presLayoutVars>
      </dgm:prSet>
      <dgm:spPr/>
    </dgm:pt>
    <dgm:pt modelId="{34266562-163A-4671-A8E1-F6F9AAFD7E68}" type="pres">
      <dgm:prSet presAssocID="{96F484ED-5BBF-4F49-A092-B17BD5C92B3E}" presName="sibTrans" presStyleCnt="0"/>
      <dgm:spPr/>
    </dgm:pt>
    <dgm:pt modelId="{82DF0C8D-D850-4218-9F8C-A6E0D8220EAB}" type="pres">
      <dgm:prSet presAssocID="{303BBFDC-234A-45DE-8E6F-78EA767BD571}" presName="compNode" presStyleCnt="0"/>
      <dgm:spPr/>
    </dgm:pt>
    <dgm:pt modelId="{C496E334-C50B-4F33-93E1-46CADCF249B6}" type="pres">
      <dgm:prSet presAssocID="{303BBFDC-234A-45DE-8E6F-78EA767BD571}" presName="bgRect" presStyleLbl="bgShp" presStyleIdx="1" presStyleCnt="4"/>
      <dgm:spPr/>
    </dgm:pt>
    <dgm:pt modelId="{B5CA028A-0F1E-477B-A710-234029ACA51E}" type="pres">
      <dgm:prSet presAssocID="{303BBFDC-234A-45DE-8E6F-78EA767BD571}"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nching Diagram"/>
        </a:ext>
      </dgm:extLst>
    </dgm:pt>
    <dgm:pt modelId="{786AAD62-FD41-4A07-A72B-C19E78042B74}" type="pres">
      <dgm:prSet presAssocID="{303BBFDC-234A-45DE-8E6F-78EA767BD571}" presName="spaceRect" presStyleCnt="0"/>
      <dgm:spPr/>
    </dgm:pt>
    <dgm:pt modelId="{6E6893EB-EEBE-425C-9657-24EA737B91F9}" type="pres">
      <dgm:prSet presAssocID="{303BBFDC-234A-45DE-8E6F-78EA767BD571}" presName="parTx" presStyleLbl="revTx" presStyleIdx="1" presStyleCnt="4">
        <dgm:presLayoutVars>
          <dgm:chMax val="0"/>
          <dgm:chPref val="0"/>
        </dgm:presLayoutVars>
      </dgm:prSet>
      <dgm:spPr/>
    </dgm:pt>
    <dgm:pt modelId="{1F25D18F-2938-4755-B5A7-0003FD0A1C2B}" type="pres">
      <dgm:prSet presAssocID="{86FD2F1F-EE6A-459D-A9F1-402191FCEDB0}" presName="sibTrans" presStyleCnt="0"/>
      <dgm:spPr/>
    </dgm:pt>
    <dgm:pt modelId="{418DDB37-4881-4065-8198-C2EC7F83D774}" type="pres">
      <dgm:prSet presAssocID="{C3573872-B524-4771-9424-89783930A4A3}" presName="compNode" presStyleCnt="0"/>
      <dgm:spPr/>
    </dgm:pt>
    <dgm:pt modelId="{46BA0C1B-D9B3-4A54-BD7E-67845DFD20E6}" type="pres">
      <dgm:prSet presAssocID="{C3573872-B524-4771-9424-89783930A4A3}" presName="bgRect" presStyleLbl="bgShp" presStyleIdx="2" presStyleCnt="4"/>
      <dgm:spPr/>
    </dgm:pt>
    <dgm:pt modelId="{A79C4090-2707-45D4-9909-13CB1EC9479F}" type="pres">
      <dgm:prSet presAssocID="{C3573872-B524-4771-9424-89783930A4A3}"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encil"/>
        </a:ext>
      </dgm:extLst>
    </dgm:pt>
    <dgm:pt modelId="{8A9CF5ED-8776-4AA3-8ED6-5D2348D3FD90}" type="pres">
      <dgm:prSet presAssocID="{C3573872-B524-4771-9424-89783930A4A3}" presName="spaceRect" presStyleCnt="0"/>
      <dgm:spPr/>
    </dgm:pt>
    <dgm:pt modelId="{316F46E0-E299-47FB-A90B-DBB7ECFDE95E}" type="pres">
      <dgm:prSet presAssocID="{C3573872-B524-4771-9424-89783930A4A3}" presName="parTx" presStyleLbl="revTx" presStyleIdx="2" presStyleCnt="4">
        <dgm:presLayoutVars>
          <dgm:chMax val="0"/>
          <dgm:chPref val="0"/>
        </dgm:presLayoutVars>
      </dgm:prSet>
      <dgm:spPr/>
    </dgm:pt>
    <dgm:pt modelId="{406378E1-21E0-4C8D-A2F9-497D2C11FB79}" type="pres">
      <dgm:prSet presAssocID="{99E80B77-698C-4CEF-A4FB-3FFB46D23EF7}" presName="sibTrans" presStyleCnt="0"/>
      <dgm:spPr/>
    </dgm:pt>
    <dgm:pt modelId="{30D9C0D0-D663-488F-89AB-A553BA3E5CAC}" type="pres">
      <dgm:prSet presAssocID="{63A9AF54-146B-42E8-B2DE-41C7D5E17FFE}" presName="compNode" presStyleCnt="0"/>
      <dgm:spPr/>
    </dgm:pt>
    <dgm:pt modelId="{3BEBC08D-9DE3-4F90-B71F-B723F33F0D5B}" type="pres">
      <dgm:prSet presAssocID="{63A9AF54-146B-42E8-B2DE-41C7D5E17FFE}" presName="bgRect" presStyleLbl="bgShp" presStyleIdx="3" presStyleCnt="4"/>
      <dgm:spPr/>
    </dgm:pt>
    <dgm:pt modelId="{4DDEDE87-F101-4F14-BA6D-934C2912884B}" type="pres">
      <dgm:prSet presAssocID="{63A9AF54-146B-42E8-B2DE-41C7D5E17FFE}"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2B4EB25D-5F6E-4305-A72F-2567667A2A74}" type="pres">
      <dgm:prSet presAssocID="{63A9AF54-146B-42E8-B2DE-41C7D5E17FFE}" presName="spaceRect" presStyleCnt="0"/>
      <dgm:spPr/>
    </dgm:pt>
    <dgm:pt modelId="{13F6723F-0FC8-4466-A971-3257392437B1}" type="pres">
      <dgm:prSet presAssocID="{63A9AF54-146B-42E8-B2DE-41C7D5E17FFE}" presName="parTx" presStyleLbl="revTx" presStyleIdx="3" presStyleCnt="4">
        <dgm:presLayoutVars>
          <dgm:chMax val="0"/>
          <dgm:chPref val="0"/>
        </dgm:presLayoutVars>
      </dgm:prSet>
      <dgm:spPr/>
    </dgm:pt>
  </dgm:ptLst>
  <dgm:cxnLst>
    <dgm:cxn modelId="{585E981F-2555-4055-8A6E-7D74DCC9A78D}" srcId="{988B6817-205A-4662-B5AB-E0FE45F982D6}" destId="{C3573872-B524-4771-9424-89783930A4A3}" srcOrd="2" destOrd="0" parTransId="{0E10FA60-5163-44D8-9885-8BD7937C688C}" sibTransId="{99E80B77-698C-4CEF-A4FB-3FFB46D23EF7}"/>
    <dgm:cxn modelId="{0A157932-BC06-4EFD-8E0B-83C471D4E5FB}" type="presOf" srcId="{C3573872-B524-4771-9424-89783930A4A3}" destId="{316F46E0-E299-47FB-A90B-DBB7ECFDE95E}" srcOrd="0" destOrd="0" presId="urn:microsoft.com/office/officeart/2018/2/layout/IconVerticalSolidList"/>
    <dgm:cxn modelId="{E3A19D72-8CF6-4FCB-B251-EE00436B0FA3}" srcId="{988B6817-205A-4662-B5AB-E0FE45F982D6}" destId="{303BBFDC-234A-45DE-8E6F-78EA767BD571}" srcOrd="1" destOrd="0" parTransId="{2510F986-0CC4-4EC8-AAF8-F9CE729244D4}" sibTransId="{86FD2F1F-EE6A-459D-A9F1-402191FCEDB0}"/>
    <dgm:cxn modelId="{D21DB07C-0FF3-4B54-A8D0-24AFB3726A4B}" type="presOf" srcId="{303BBFDC-234A-45DE-8E6F-78EA767BD571}" destId="{6E6893EB-EEBE-425C-9657-24EA737B91F9}" srcOrd="0" destOrd="0" presId="urn:microsoft.com/office/officeart/2018/2/layout/IconVerticalSolidList"/>
    <dgm:cxn modelId="{EBF522A7-D431-469B-96A8-FFA0C15C631C}" type="presOf" srcId="{FA7F4653-59B7-4F52-8047-40026BD0B1ED}" destId="{6EB452F5-05D6-44A5-8596-912B4D80C794}" srcOrd="0" destOrd="0" presId="urn:microsoft.com/office/officeart/2018/2/layout/IconVerticalSolidList"/>
    <dgm:cxn modelId="{55BDC1B2-8D54-49F2-8CC8-ADEAA0906A64}" srcId="{988B6817-205A-4662-B5AB-E0FE45F982D6}" destId="{63A9AF54-146B-42E8-B2DE-41C7D5E17FFE}" srcOrd="3" destOrd="0" parTransId="{AEE9576B-16B0-4348-868D-461A87C7D2CC}" sibTransId="{791D6092-F182-4A57-8DA9-33E716892DEB}"/>
    <dgm:cxn modelId="{317048ED-CF2F-4D8F-86F8-7E30614CC8D4}" type="presOf" srcId="{988B6817-205A-4662-B5AB-E0FE45F982D6}" destId="{99B297D4-0264-4C7B-B76F-4379F145C360}" srcOrd="0" destOrd="0" presId="urn:microsoft.com/office/officeart/2018/2/layout/IconVerticalSolidList"/>
    <dgm:cxn modelId="{BFB400F1-6741-47F1-9AD2-5F6516C49CA2}" srcId="{988B6817-205A-4662-B5AB-E0FE45F982D6}" destId="{FA7F4653-59B7-4F52-8047-40026BD0B1ED}" srcOrd="0" destOrd="0" parTransId="{62C92368-B75F-4077-BC8A-308A579704F3}" sibTransId="{96F484ED-5BBF-4F49-A092-B17BD5C92B3E}"/>
    <dgm:cxn modelId="{A2AD03FB-E526-4B7F-B615-CAE9C7DB368B}" type="presOf" srcId="{63A9AF54-146B-42E8-B2DE-41C7D5E17FFE}" destId="{13F6723F-0FC8-4466-A971-3257392437B1}" srcOrd="0" destOrd="0" presId="urn:microsoft.com/office/officeart/2018/2/layout/IconVerticalSolidList"/>
    <dgm:cxn modelId="{68F6B432-07E5-474E-B4FC-72B2C5774561}" type="presParOf" srcId="{99B297D4-0264-4C7B-B76F-4379F145C360}" destId="{6F87218A-81AB-4FBE-8AE3-D8F6F3B5C2B6}" srcOrd="0" destOrd="0" presId="urn:microsoft.com/office/officeart/2018/2/layout/IconVerticalSolidList"/>
    <dgm:cxn modelId="{9712C25C-75C2-4D8C-899A-13610DE1956B}" type="presParOf" srcId="{6F87218A-81AB-4FBE-8AE3-D8F6F3B5C2B6}" destId="{E20B6B3F-8F94-4AE0-8A48-CE05442F0953}" srcOrd="0" destOrd="0" presId="urn:microsoft.com/office/officeart/2018/2/layout/IconVerticalSolidList"/>
    <dgm:cxn modelId="{979EABCE-2A4A-4B9E-BBA6-F4351719E9FF}" type="presParOf" srcId="{6F87218A-81AB-4FBE-8AE3-D8F6F3B5C2B6}" destId="{6608867F-B123-45F9-BBDC-25C0BE273B43}" srcOrd="1" destOrd="0" presId="urn:microsoft.com/office/officeart/2018/2/layout/IconVerticalSolidList"/>
    <dgm:cxn modelId="{88C985B5-7C9C-4C98-A329-E3D39B55F504}" type="presParOf" srcId="{6F87218A-81AB-4FBE-8AE3-D8F6F3B5C2B6}" destId="{0F00212A-261F-4856-9574-949630F75B2C}" srcOrd="2" destOrd="0" presId="urn:microsoft.com/office/officeart/2018/2/layout/IconVerticalSolidList"/>
    <dgm:cxn modelId="{F2D655E4-C8F0-4966-A9CE-7A6114B05272}" type="presParOf" srcId="{6F87218A-81AB-4FBE-8AE3-D8F6F3B5C2B6}" destId="{6EB452F5-05D6-44A5-8596-912B4D80C794}" srcOrd="3" destOrd="0" presId="urn:microsoft.com/office/officeart/2018/2/layout/IconVerticalSolidList"/>
    <dgm:cxn modelId="{C50FD34F-48A4-41EB-8E44-65933A61D68D}" type="presParOf" srcId="{99B297D4-0264-4C7B-B76F-4379F145C360}" destId="{34266562-163A-4671-A8E1-F6F9AAFD7E68}" srcOrd="1" destOrd="0" presId="urn:microsoft.com/office/officeart/2018/2/layout/IconVerticalSolidList"/>
    <dgm:cxn modelId="{BABB8826-4E5E-48AA-AADC-F4BE44040717}" type="presParOf" srcId="{99B297D4-0264-4C7B-B76F-4379F145C360}" destId="{82DF0C8D-D850-4218-9F8C-A6E0D8220EAB}" srcOrd="2" destOrd="0" presId="urn:microsoft.com/office/officeart/2018/2/layout/IconVerticalSolidList"/>
    <dgm:cxn modelId="{4D00DF98-63A5-45E1-851A-65B346F1604F}" type="presParOf" srcId="{82DF0C8D-D850-4218-9F8C-A6E0D8220EAB}" destId="{C496E334-C50B-4F33-93E1-46CADCF249B6}" srcOrd="0" destOrd="0" presId="urn:microsoft.com/office/officeart/2018/2/layout/IconVerticalSolidList"/>
    <dgm:cxn modelId="{90D4A1D4-E32A-4F7F-9331-EE657210F3D8}" type="presParOf" srcId="{82DF0C8D-D850-4218-9F8C-A6E0D8220EAB}" destId="{B5CA028A-0F1E-477B-A710-234029ACA51E}" srcOrd="1" destOrd="0" presId="urn:microsoft.com/office/officeart/2018/2/layout/IconVerticalSolidList"/>
    <dgm:cxn modelId="{B2836E40-8D84-40F4-B8DA-D632DC682974}" type="presParOf" srcId="{82DF0C8D-D850-4218-9F8C-A6E0D8220EAB}" destId="{786AAD62-FD41-4A07-A72B-C19E78042B74}" srcOrd="2" destOrd="0" presId="urn:microsoft.com/office/officeart/2018/2/layout/IconVerticalSolidList"/>
    <dgm:cxn modelId="{768D0F08-8353-40E6-8D59-9D348F765555}" type="presParOf" srcId="{82DF0C8D-D850-4218-9F8C-A6E0D8220EAB}" destId="{6E6893EB-EEBE-425C-9657-24EA737B91F9}" srcOrd="3" destOrd="0" presId="urn:microsoft.com/office/officeart/2018/2/layout/IconVerticalSolidList"/>
    <dgm:cxn modelId="{9D0534BA-7749-4400-B97F-F9D62FA72897}" type="presParOf" srcId="{99B297D4-0264-4C7B-B76F-4379F145C360}" destId="{1F25D18F-2938-4755-B5A7-0003FD0A1C2B}" srcOrd="3" destOrd="0" presId="urn:microsoft.com/office/officeart/2018/2/layout/IconVerticalSolidList"/>
    <dgm:cxn modelId="{D84D40AC-31D4-4E28-98FC-4B5047E7DA50}" type="presParOf" srcId="{99B297D4-0264-4C7B-B76F-4379F145C360}" destId="{418DDB37-4881-4065-8198-C2EC7F83D774}" srcOrd="4" destOrd="0" presId="urn:microsoft.com/office/officeart/2018/2/layout/IconVerticalSolidList"/>
    <dgm:cxn modelId="{DACE9D78-CF62-48E0-87C2-9CE3A2AE4D10}" type="presParOf" srcId="{418DDB37-4881-4065-8198-C2EC7F83D774}" destId="{46BA0C1B-D9B3-4A54-BD7E-67845DFD20E6}" srcOrd="0" destOrd="0" presId="urn:microsoft.com/office/officeart/2018/2/layout/IconVerticalSolidList"/>
    <dgm:cxn modelId="{0FC98F95-9402-412A-9627-580109925616}" type="presParOf" srcId="{418DDB37-4881-4065-8198-C2EC7F83D774}" destId="{A79C4090-2707-45D4-9909-13CB1EC9479F}" srcOrd="1" destOrd="0" presId="urn:microsoft.com/office/officeart/2018/2/layout/IconVerticalSolidList"/>
    <dgm:cxn modelId="{EA772309-7087-45EA-A6E9-56119ACAE2BB}" type="presParOf" srcId="{418DDB37-4881-4065-8198-C2EC7F83D774}" destId="{8A9CF5ED-8776-4AA3-8ED6-5D2348D3FD90}" srcOrd="2" destOrd="0" presId="urn:microsoft.com/office/officeart/2018/2/layout/IconVerticalSolidList"/>
    <dgm:cxn modelId="{E6116FE8-B257-4874-8F23-5C0D3EFA6AC4}" type="presParOf" srcId="{418DDB37-4881-4065-8198-C2EC7F83D774}" destId="{316F46E0-E299-47FB-A90B-DBB7ECFDE95E}" srcOrd="3" destOrd="0" presId="urn:microsoft.com/office/officeart/2018/2/layout/IconVerticalSolidList"/>
    <dgm:cxn modelId="{84A4ED8B-3C0D-4D03-9B47-C23253203775}" type="presParOf" srcId="{99B297D4-0264-4C7B-B76F-4379F145C360}" destId="{406378E1-21E0-4C8D-A2F9-497D2C11FB79}" srcOrd="5" destOrd="0" presId="urn:microsoft.com/office/officeart/2018/2/layout/IconVerticalSolidList"/>
    <dgm:cxn modelId="{C51F5702-CF3C-4016-B240-8542D72AAC56}" type="presParOf" srcId="{99B297D4-0264-4C7B-B76F-4379F145C360}" destId="{30D9C0D0-D663-488F-89AB-A553BA3E5CAC}" srcOrd="6" destOrd="0" presId="urn:microsoft.com/office/officeart/2018/2/layout/IconVerticalSolidList"/>
    <dgm:cxn modelId="{7A72381E-AFC3-499B-8724-4104B008C889}" type="presParOf" srcId="{30D9C0D0-D663-488F-89AB-A553BA3E5CAC}" destId="{3BEBC08D-9DE3-4F90-B71F-B723F33F0D5B}" srcOrd="0" destOrd="0" presId="urn:microsoft.com/office/officeart/2018/2/layout/IconVerticalSolidList"/>
    <dgm:cxn modelId="{4D7F4119-599D-4579-854B-7A1A6FDF2E1B}" type="presParOf" srcId="{30D9C0D0-D663-488F-89AB-A553BA3E5CAC}" destId="{4DDEDE87-F101-4F14-BA6D-934C2912884B}" srcOrd="1" destOrd="0" presId="urn:microsoft.com/office/officeart/2018/2/layout/IconVerticalSolidList"/>
    <dgm:cxn modelId="{E009BBDE-4218-4639-BB33-DF607EE48343}" type="presParOf" srcId="{30D9C0D0-D663-488F-89AB-A553BA3E5CAC}" destId="{2B4EB25D-5F6E-4305-A72F-2567667A2A74}" srcOrd="2" destOrd="0" presId="urn:microsoft.com/office/officeart/2018/2/layout/IconVerticalSolidList"/>
    <dgm:cxn modelId="{5838488C-7C57-45C9-9C28-32CC58DEB258}" type="presParOf" srcId="{30D9C0D0-D663-488F-89AB-A553BA3E5CAC}" destId="{13F6723F-0FC8-4466-A971-3257392437B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A10390-EB3B-41CA-8CC4-339371288444}"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6260B753-85BA-45CB-9408-546A3605578D}">
      <dgm:prSet/>
      <dgm:spPr/>
      <dgm:t>
        <a:bodyPr/>
        <a:lstStyle/>
        <a:p>
          <a:r>
            <a:rPr lang="en-US"/>
            <a:t>Level 1: Courses — the broadest organizational container.</a:t>
          </a:r>
        </a:p>
      </dgm:t>
    </dgm:pt>
    <dgm:pt modelId="{1E7DC059-5576-474D-A57D-50DB5C7E73E0}" type="parTrans" cxnId="{B45C33B6-6686-4F93-B975-37A493926164}">
      <dgm:prSet/>
      <dgm:spPr/>
      <dgm:t>
        <a:bodyPr/>
        <a:lstStyle/>
        <a:p>
          <a:endParaRPr lang="en-US"/>
        </a:p>
      </dgm:t>
    </dgm:pt>
    <dgm:pt modelId="{7E41ED21-3C5A-4AEF-BAC3-24AAD0412164}" type="sibTrans" cxnId="{B45C33B6-6686-4F93-B975-37A493926164}">
      <dgm:prSet/>
      <dgm:spPr/>
      <dgm:t>
        <a:bodyPr/>
        <a:lstStyle/>
        <a:p>
          <a:endParaRPr lang="en-US"/>
        </a:p>
      </dgm:t>
    </dgm:pt>
    <dgm:pt modelId="{B91F1816-4E67-4ED4-924E-86B0F7792FCF}">
      <dgm:prSet/>
      <dgm:spPr/>
      <dgm:t>
        <a:bodyPr/>
        <a:lstStyle/>
        <a:p>
          <a:r>
            <a:rPr lang="en-US"/>
            <a:t>Level 2: Modules — thematic sections within a course.</a:t>
          </a:r>
        </a:p>
      </dgm:t>
    </dgm:pt>
    <dgm:pt modelId="{84968E01-E72B-4FE2-A84D-6150BF683BEB}" type="parTrans" cxnId="{68BF3B53-46AE-4F79-A528-2A1A7E7093DB}">
      <dgm:prSet/>
      <dgm:spPr/>
      <dgm:t>
        <a:bodyPr/>
        <a:lstStyle/>
        <a:p>
          <a:endParaRPr lang="en-US"/>
        </a:p>
      </dgm:t>
    </dgm:pt>
    <dgm:pt modelId="{424D5C5D-0B0D-433D-B56E-E4B2A780FC1D}" type="sibTrans" cxnId="{68BF3B53-46AE-4F79-A528-2A1A7E7093DB}">
      <dgm:prSet/>
      <dgm:spPr/>
      <dgm:t>
        <a:bodyPr/>
        <a:lstStyle/>
        <a:p>
          <a:endParaRPr lang="en-US"/>
        </a:p>
      </dgm:t>
    </dgm:pt>
    <dgm:pt modelId="{A1524B1F-0D84-40FE-A236-76478F8E0929}">
      <dgm:prSet/>
      <dgm:spPr/>
      <dgm:t>
        <a:bodyPr/>
        <a:lstStyle/>
        <a:p>
          <a:r>
            <a:rPr lang="en-US"/>
            <a:t>Level 3: Topics — individual lessons within a module.</a:t>
          </a:r>
        </a:p>
      </dgm:t>
    </dgm:pt>
    <dgm:pt modelId="{EFC89A6F-FC83-413E-9D35-F74833D67506}" type="parTrans" cxnId="{2A527631-4A4C-4BDB-8D98-23CF7B4904BB}">
      <dgm:prSet/>
      <dgm:spPr/>
      <dgm:t>
        <a:bodyPr/>
        <a:lstStyle/>
        <a:p>
          <a:endParaRPr lang="en-US"/>
        </a:p>
      </dgm:t>
    </dgm:pt>
    <dgm:pt modelId="{BD5F69A9-9DB8-4756-9399-7F7280C7FFDE}" type="sibTrans" cxnId="{2A527631-4A4C-4BDB-8D98-23CF7B4904BB}">
      <dgm:prSet/>
      <dgm:spPr/>
      <dgm:t>
        <a:bodyPr/>
        <a:lstStyle/>
        <a:p>
          <a:endParaRPr lang="en-US"/>
        </a:p>
      </dgm:t>
    </dgm:pt>
    <dgm:pt modelId="{1AF46DF2-6542-4C64-A4E7-C51B5783FC6C}">
      <dgm:prSet/>
      <dgm:spPr/>
      <dgm:t>
        <a:bodyPr/>
        <a:lstStyle/>
        <a:p>
          <a:r>
            <a:rPr lang="en-US"/>
            <a:t>Level 4: Generated Materials — outputs produced from topics.</a:t>
          </a:r>
        </a:p>
      </dgm:t>
    </dgm:pt>
    <dgm:pt modelId="{4F875AD7-7307-4CBE-B995-48D7B740CB44}" type="parTrans" cxnId="{1D26FA45-1DCC-48CB-9315-09BD0F63AC2D}">
      <dgm:prSet/>
      <dgm:spPr/>
      <dgm:t>
        <a:bodyPr/>
        <a:lstStyle/>
        <a:p>
          <a:endParaRPr lang="en-US"/>
        </a:p>
      </dgm:t>
    </dgm:pt>
    <dgm:pt modelId="{D85CD7FB-4C87-43B4-9C71-E3051185BA69}" type="sibTrans" cxnId="{1D26FA45-1DCC-48CB-9315-09BD0F63AC2D}">
      <dgm:prSet/>
      <dgm:spPr/>
      <dgm:t>
        <a:bodyPr/>
        <a:lstStyle/>
        <a:p>
          <a:endParaRPr lang="en-US"/>
        </a:p>
      </dgm:t>
    </dgm:pt>
    <dgm:pt modelId="{530E0840-72F0-4DDA-B8D9-4E1F67DC5680}" type="pres">
      <dgm:prSet presAssocID="{9EA10390-EB3B-41CA-8CC4-339371288444}" presName="root" presStyleCnt="0">
        <dgm:presLayoutVars>
          <dgm:dir/>
          <dgm:resizeHandles val="exact"/>
        </dgm:presLayoutVars>
      </dgm:prSet>
      <dgm:spPr/>
    </dgm:pt>
    <dgm:pt modelId="{608DBD4F-AF54-4F29-9A8C-5267EC39420B}" type="pres">
      <dgm:prSet presAssocID="{9EA10390-EB3B-41CA-8CC4-339371288444}" presName="container" presStyleCnt="0">
        <dgm:presLayoutVars>
          <dgm:dir/>
          <dgm:resizeHandles val="exact"/>
        </dgm:presLayoutVars>
      </dgm:prSet>
      <dgm:spPr/>
    </dgm:pt>
    <dgm:pt modelId="{841DC2E5-559F-4D13-9E98-8AF3DC77E123}" type="pres">
      <dgm:prSet presAssocID="{6260B753-85BA-45CB-9408-546A3605578D}" presName="compNode" presStyleCnt="0"/>
      <dgm:spPr/>
    </dgm:pt>
    <dgm:pt modelId="{4E610F2A-6FBC-4B17-B3D4-4A467ED42F05}" type="pres">
      <dgm:prSet presAssocID="{6260B753-85BA-45CB-9408-546A3605578D}" presName="iconBgRect" presStyleLbl="bgShp" presStyleIdx="0" presStyleCnt="4"/>
      <dgm:spPr/>
    </dgm:pt>
    <dgm:pt modelId="{4A13BDA6-0C89-49B7-9AE4-B97B9DB1D245}" type="pres">
      <dgm:prSet presAssocID="{6260B753-85BA-45CB-9408-546A3605578D}"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atabase"/>
        </a:ext>
      </dgm:extLst>
    </dgm:pt>
    <dgm:pt modelId="{DEF9422B-C877-4887-A6DC-6FF9C16AA235}" type="pres">
      <dgm:prSet presAssocID="{6260B753-85BA-45CB-9408-546A3605578D}" presName="spaceRect" presStyleCnt="0"/>
      <dgm:spPr/>
    </dgm:pt>
    <dgm:pt modelId="{19438823-C2EE-4C04-91A4-FBD2F5DAE458}" type="pres">
      <dgm:prSet presAssocID="{6260B753-85BA-45CB-9408-546A3605578D}" presName="textRect" presStyleLbl="revTx" presStyleIdx="0" presStyleCnt="4">
        <dgm:presLayoutVars>
          <dgm:chMax val="1"/>
          <dgm:chPref val="1"/>
        </dgm:presLayoutVars>
      </dgm:prSet>
      <dgm:spPr/>
    </dgm:pt>
    <dgm:pt modelId="{A4280702-5B81-435F-A257-1EC244D012FC}" type="pres">
      <dgm:prSet presAssocID="{7E41ED21-3C5A-4AEF-BAC3-24AAD0412164}" presName="sibTrans" presStyleLbl="sibTrans2D1" presStyleIdx="0" presStyleCnt="0"/>
      <dgm:spPr/>
    </dgm:pt>
    <dgm:pt modelId="{C9BDBCF9-4371-446B-A1D9-D3AF4590DF16}" type="pres">
      <dgm:prSet presAssocID="{B91F1816-4E67-4ED4-924E-86B0F7792FCF}" presName="compNode" presStyleCnt="0"/>
      <dgm:spPr/>
    </dgm:pt>
    <dgm:pt modelId="{FEEAC45C-839C-4174-96EA-D09A3A34638E}" type="pres">
      <dgm:prSet presAssocID="{B91F1816-4E67-4ED4-924E-86B0F7792FCF}" presName="iconBgRect" presStyleLbl="bgShp" presStyleIdx="1" presStyleCnt="4"/>
      <dgm:spPr/>
    </dgm:pt>
    <dgm:pt modelId="{57CD07D6-B45D-42E0-A470-D0B84F7BA514}" type="pres">
      <dgm:prSet presAssocID="{B91F1816-4E67-4ED4-924E-86B0F7792FCF}"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wnload"/>
        </a:ext>
      </dgm:extLst>
    </dgm:pt>
    <dgm:pt modelId="{29B3D6DB-0D3D-4A98-9354-EB5B779FE886}" type="pres">
      <dgm:prSet presAssocID="{B91F1816-4E67-4ED4-924E-86B0F7792FCF}" presName="spaceRect" presStyleCnt="0"/>
      <dgm:spPr/>
    </dgm:pt>
    <dgm:pt modelId="{DC949EA5-0C4D-4FDF-AE79-C0B314A25BE6}" type="pres">
      <dgm:prSet presAssocID="{B91F1816-4E67-4ED4-924E-86B0F7792FCF}" presName="textRect" presStyleLbl="revTx" presStyleIdx="1" presStyleCnt="4">
        <dgm:presLayoutVars>
          <dgm:chMax val="1"/>
          <dgm:chPref val="1"/>
        </dgm:presLayoutVars>
      </dgm:prSet>
      <dgm:spPr/>
    </dgm:pt>
    <dgm:pt modelId="{C79BB499-F2C3-438F-9E77-ACC2A8A8D831}" type="pres">
      <dgm:prSet presAssocID="{424D5C5D-0B0D-433D-B56E-E4B2A780FC1D}" presName="sibTrans" presStyleLbl="sibTrans2D1" presStyleIdx="0" presStyleCnt="0"/>
      <dgm:spPr/>
    </dgm:pt>
    <dgm:pt modelId="{105DF9DF-2CDE-4BFE-9B2C-99C1A47FF0E3}" type="pres">
      <dgm:prSet presAssocID="{A1524B1F-0D84-40FE-A236-76478F8E0929}" presName="compNode" presStyleCnt="0"/>
      <dgm:spPr/>
    </dgm:pt>
    <dgm:pt modelId="{44009AA7-AC65-4602-980F-2CE6B76048D5}" type="pres">
      <dgm:prSet presAssocID="{A1524B1F-0D84-40FE-A236-76478F8E0929}" presName="iconBgRect" presStyleLbl="bgShp" presStyleIdx="2" presStyleCnt="4"/>
      <dgm:spPr/>
    </dgm:pt>
    <dgm:pt modelId="{F92D4D89-EB19-4DCD-A99B-6FF50D0BED73}" type="pres">
      <dgm:prSet presAssocID="{A1524B1F-0D84-40FE-A236-76478F8E0929}"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ierarchy"/>
        </a:ext>
      </dgm:extLst>
    </dgm:pt>
    <dgm:pt modelId="{E3D5060A-DC49-4BDC-B590-2BDE0F09A6CA}" type="pres">
      <dgm:prSet presAssocID="{A1524B1F-0D84-40FE-A236-76478F8E0929}" presName="spaceRect" presStyleCnt="0"/>
      <dgm:spPr/>
    </dgm:pt>
    <dgm:pt modelId="{4C39395A-0B23-4BBD-BCF2-FD6348F7BCC5}" type="pres">
      <dgm:prSet presAssocID="{A1524B1F-0D84-40FE-A236-76478F8E0929}" presName="textRect" presStyleLbl="revTx" presStyleIdx="2" presStyleCnt="4">
        <dgm:presLayoutVars>
          <dgm:chMax val="1"/>
          <dgm:chPref val="1"/>
        </dgm:presLayoutVars>
      </dgm:prSet>
      <dgm:spPr/>
    </dgm:pt>
    <dgm:pt modelId="{CF8D37C0-AAC1-439E-B18F-5902A21C7C7D}" type="pres">
      <dgm:prSet presAssocID="{BD5F69A9-9DB8-4756-9399-7F7280C7FFDE}" presName="sibTrans" presStyleLbl="sibTrans2D1" presStyleIdx="0" presStyleCnt="0"/>
      <dgm:spPr/>
    </dgm:pt>
    <dgm:pt modelId="{EF7EAA0C-BAD5-4D44-A73F-888113A7C7BB}" type="pres">
      <dgm:prSet presAssocID="{1AF46DF2-6542-4C64-A4E7-C51B5783FC6C}" presName="compNode" presStyleCnt="0"/>
      <dgm:spPr/>
    </dgm:pt>
    <dgm:pt modelId="{F792CF73-2162-4D79-8235-B2CD4A4AAF01}" type="pres">
      <dgm:prSet presAssocID="{1AF46DF2-6542-4C64-A4E7-C51B5783FC6C}" presName="iconBgRect" presStyleLbl="bgShp" presStyleIdx="3" presStyleCnt="4"/>
      <dgm:spPr/>
    </dgm:pt>
    <dgm:pt modelId="{AA99CCF2-197B-461A-9BC4-7A17F79AF064}" type="pres">
      <dgm:prSet presAssocID="{1AF46DF2-6542-4C64-A4E7-C51B5783FC6C}"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B0C99DBD-4503-4763-A662-D6C0BD277B81}" type="pres">
      <dgm:prSet presAssocID="{1AF46DF2-6542-4C64-A4E7-C51B5783FC6C}" presName="spaceRect" presStyleCnt="0"/>
      <dgm:spPr/>
    </dgm:pt>
    <dgm:pt modelId="{8DB8B83E-7B34-4AD4-A4EC-06B18D885660}" type="pres">
      <dgm:prSet presAssocID="{1AF46DF2-6542-4C64-A4E7-C51B5783FC6C}" presName="textRect" presStyleLbl="revTx" presStyleIdx="3" presStyleCnt="4">
        <dgm:presLayoutVars>
          <dgm:chMax val="1"/>
          <dgm:chPref val="1"/>
        </dgm:presLayoutVars>
      </dgm:prSet>
      <dgm:spPr/>
    </dgm:pt>
  </dgm:ptLst>
  <dgm:cxnLst>
    <dgm:cxn modelId="{01F2A605-9F21-42D5-B581-11FEBFA69C48}" type="presOf" srcId="{1AF46DF2-6542-4C64-A4E7-C51B5783FC6C}" destId="{8DB8B83E-7B34-4AD4-A4EC-06B18D885660}" srcOrd="0" destOrd="0" presId="urn:microsoft.com/office/officeart/2018/2/layout/IconCircleList"/>
    <dgm:cxn modelId="{A8F53F07-A3C9-4C4D-A7A1-AD6476101717}" type="presOf" srcId="{9EA10390-EB3B-41CA-8CC4-339371288444}" destId="{530E0840-72F0-4DDA-B8D9-4E1F67DC5680}" srcOrd="0" destOrd="0" presId="urn:microsoft.com/office/officeart/2018/2/layout/IconCircleList"/>
    <dgm:cxn modelId="{10E8460C-6115-45F9-8B01-5280749EC134}" type="presOf" srcId="{A1524B1F-0D84-40FE-A236-76478F8E0929}" destId="{4C39395A-0B23-4BBD-BCF2-FD6348F7BCC5}" srcOrd="0" destOrd="0" presId="urn:microsoft.com/office/officeart/2018/2/layout/IconCircleList"/>
    <dgm:cxn modelId="{1213710F-DE72-4948-92B4-CB7F7F06DDB0}" type="presOf" srcId="{BD5F69A9-9DB8-4756-9399-7F7280C7FFDE}" destId="{CF8D37C0-AAC1-439E-B18F-5902A21C7C7D}" srcOrd="0" destOrd="0" presId="urn:microsoft.com/office/officeart/2018/2/layout/IconCircleList"/>
    <dgm:cxn modelId="{31A97D1F-B76E-463B-8F8F-1193B3E1FF06}" type="presOf" srcId="{B91F1816-4E67-4ED4-924E-86B0F7792FCF}" destId="{DC949EA5-0C4D-4FDF-AE79-C0B314A25BE6}" srcOrd="0" destOrd="0" presId="urn:microsoft.com/office/officeart/2018/2/layout/IconCircleList"/>
    <dgm:cxn modelId="{2A527631-4A4C-4BDB-8D98-23CF7B4904BB}" srcId="{9EA10390-EB3B-41CA-8CC4-339371288444}" destId="{A1524B1F-0D84-40FE-A236-76478F8E0929}" srcOrd="2" destOrd="0" parTransId="{EFC89A6F-FC83-413E-9D35-F74833D67506}" sibTransId="{BD5F69A9-9DB8-4756-9399-7F7280C7FFDE}"/>
    <dgm:cxn modelId="{ED7BE15E-A981-4584-8B4A-F2D0A7D53479}" type="presOf" srcId="{6260B753-85BA-45CB-9408-546A3605578D}" destId="{19438823-C2EE-4C04-91A4-FBD2F5DAE458}" srcOrd="0" destOrd="0" presId="urn:microsoft.com/office/officeart/2018/2/layout/IconCircleList"/>
    <dgm:cxn modelId="{1D26FA45-1DCC-48CB-9315-09BD0F63AC2D}" srcId="{9EA10390-EB3B-41CA-8CC4-339371288444}" destId="{1AF46DF2-6542-4C64-A4E7-C51B5783FC6C}" srcOrd="3" destOrd="0" parTransId="{4F875AD7-7307-4CBE-B995-48D7B740CB44}" sibTransId="{D85CD7FB-4C87-43B4-9C71-E3051185BA69}"/>
    <dgm:cxn modelId="{68BF3B53-46AE-4F79-A528-2A1A7E7093DB}" srcId="{9EA10390-EB3B-41CA-8CC4-339371288444}" destId="{B91F1816-4E67-4ED4-924E-86B0F7792FCF}" srcOrd="1" destOrd="0" parTransId="{84968E01-E72B-4FE2-A84D-6150BF683BEB}" sibTransId="{424D5C5D-0B0D-433D-B56E-E4B2A780FC1D}"/>
    <dgm:cxn modelId="{A5309AA4-2884-42AC-9D47-EF157425C094}" type="presOf" srcId="{424D5C5D-0B0D-433D-B56E-E4B2A780FC1D}" destId="{C79BB499-F2C3-438F-9E77-ACC2A8A8D831}" srcOrd="0" destOrd="0" presId="urn:microsoft.com/office/officeart/2018/2/layout/IconCircleList"/>
    <dgm:cxn modelId="{B45C33B6-6686-4F93-B975-37A493926164}" srcId="{9EA10390-EB3B-41CA-8CC4-339371288444}" destId="{6260B753-85BA-45CB-9408-546A3605578D}" srcOrd="0" destOrd="0" parTransId="{1E7DC059-5576-474D-A57D-50DB5C7E73E0}" sibTransId="{7E41ED21-3C5A-4AEF-BAC3-24AAD0412164}"/>
    <dgm:cxn modelId="{3C3982E9-9B41-4515-8E96-03BA05BF3AE3}" type="presOf" srcId="{7E41ED21-3C5A-4AEF-BAC3-24AAD0412164}" destId="{A4280702-5B81-435F-A257-1EC244D012FC}" srcOrd="0" destOrd="0" presId="urn:microsoft.com/office/officeart/2018/2/layout/IconCircleList"/>
    <dgm:cxn modelId="{513A2C3C-3F60-4ADB-BE39-51114C6A13F2}" type="presParOf" srcId="{530E0840-72F0-4DDA-B8D9-4E1F67DC5680}" destId="{608DBD4F-AF54-4F29-9A8C-5267EC39420B}" srcOrd="0" destOrd="0" presId="urn:microsoft.com/office/officeart/2018/2/layout/IconCircleList"/>
    <dgm:cxn modelId="{EEE7EDF7-CDC0-4B40-A42F-EC5127DCA86A}" type="presParOf" srcId="{608DBD4F-AF54-4F29-9A8C-5267EC39420B}" destId="{841DC2E5-559F-4D13-9E98-8AF3DC77E123}" srcOrd="0" destOrd="0" presId="urn:microsoft.com/office/officeart/2018/2/layout/IconCircleList"/>
    <dgm:cxn modelId="{98261AC8-81A3-4CEF-B16F-FA115E6B23A5}" type="presParOf" srcId="{841DC2E5-559F-4D13-9E98-8AF3DC77E123}" destId="{4E610F2A-6FBC-4B17-B3D4-4A467ED42F05}" srcOrd="0" destOrd="0" presId="urn:microsoft.com/office/officeart/2018/2/layout/IconCircleList"/>
    <dgm:cxn modelId="{94317180-9B9C-4C4A-93DA-2AC173A5CC57}" type="presParOf" srcId="{841DC2E5-559F-4D13-9E98-8AF3DC77E123}" destId="{4A13BDA6-0C89-49B7-9AE4-B97B9DB1D245}" srcOrd="1" destOrd="0" presId="urn:microsoft.com/office/officeart/2018/2/layout/IconCircleList"/>
    <dgm:cxn modelId="{0324B6A2-71CF-4C60-9DE0-E4BD7DC45736}" type="presParOf" srcId="{841DC2E5-559F-4D13-9E98-8AF3DC77E123}" destId="{DEF9422B-C877-4887-A6DC-6FF9C16AA235}" srcOrd="2" destOrd="0" presId="urn:microsoft.com/office/officeart/2018/2/layout/IconCircleList"/>
    <dgm:cxn modelId="{0A668B4A-D56C-4872-A6EA-C2589B3604AE}" type="presParOf" srcId="{841DC2E5-559F-4D13-9E98-8AF3DC77E123}" destId="{19438823-C2EE-4C04-91A4-FBD2F5DAE458}" srcOrd="3" destOrd="0" presId="urn:microsoft.com/office/officeart/2018/2/layout/IconCircleList"/>
    <dgm:cxn modelId="{52DC7DB6-DD9B-4F58-8F38-F1DFAEDCB364}" type="presParOf" srcId="{608DBD4F-AF54-4F29-9A8C-5267EC39420B}" destId="{A4280702-5B81-435F-A257-1EC244D012FC}" srcOrd="1" destOrd="0" presId="urn:microsoft.com/office/officeart/2018/2/layout/IconCircleList"/>
    <dgm:cxn modelId="{136D6CFC-32FD-4DE2-BD38-8ABD1AAD557D}" type="presParOf" srcId="{608DBD4F-AF54-4F29-9A8C-5267EC39420B}" destId="{C9BDBCF9-4371-446B-A1D9-D3AF4590DF16}" srcOrd="2" destOrd="0" presId="urn:microsoft.com/office/officeart/2018/2/layout/IconCircleList"/>
    <dgm:cxn modelId="{EC2C4DED-98DC-45CA-B687-5D37271F2B35}" type="presParOf" srcId="{C9BDBCF9-4371-446B-A1D9-D3AF4590DF16}" destId="{FEEAC45C-839C-4174-96EA-D09A3A34638E}" srcOrd="0" destOrd="0" presId="urn:microsoft.com/office/officeart/2018/2/layout/IconCircleList"/>
    <dgm:cxn modelId="{0FF3386C-FDA5-463B-A3EE-2E32E4FDA4AE}" type="presParOf" srcId="{C9BDBCF9-4371-446B-A1D9-D3AF4590DF16}" destId="{57CD07D6-B45D-42E0-A470-D0B84F7BA514}" srcOrd="1" destOrd="0" presId="urn:microsoft.com/office/officeart/2018/2/layout/IconCircleList"/>
    <dgm:cxn modelId="{F1EA8142-06FE-4DE1-8F68-995DD5800A15}" type="presParOf" srcId="{C9BDBCF9-4371-446B-A1D9-D3AF4590DF16}" destId="{29B3D6DB-0D3D-4A98-9354-EB5B779FE886}" srcOrd="2" destOrd="0" presId="urn:microsoft.com/office/officeart/2018/2/layout/IconCircleList"/>
    <dgm:cxn modelId="{4D74B02D-F64C-4F89-8F04-5C40F7F7D4C7}" type="presParOf" srcId="{C9BDBCF9-4371-446B-A1D9-D3AF4590DF16}" destId="{DC949EA5-0C4D-4FDF-AE79-C0B314A25BE6}" srcOrd="3" destOrd="0" presId="urn:microsoft.com/office/officeart/2018/2/layout/IconCircleList"/>
    <dgm:cxn modelId="{CC26179F-3FEA-4439-A094-93D9A0830080}" type="presParOf" srcId="{608DBD4F-AF54-4F29-9A8C-5267EC39420B}" destId="{C79BB499-F2C3-438F-9E77-ACC2A8A8D831}" srcOrd="3" destOrd="0" presId="urn:microsoft.com/office/officeart/2018/2/layout/IconCircleList"/>
    <dgm:cxn modelId="{1B5C14A6-5868-4581-98DE-E0D20BDC4D85}" type="presParOf" srcId="{608DBD4F-AF54-4F29-9A8C-5267EC39420B}" destId="{105DF9DF-2CDE-4BFE-9B2C-99C1A47FF0E3}" srcOrd="4" destOrd="0" presId="urn:microsoft.com/office/officeart/2018/2/layout/IconCircleList"/>
    <dgm:cxn modelId="{28D06FDC-6EF4-4D4E-AC80-E5ACE7C73AC1}" type="presParOf" srcId="{105DF9DF-2CDE-4BFE-9B2C-99C1A47FF0E3}" destId="{44009AA7-AC65-4602-980F-2CE6B76048D5}" srcOrd="0" destOrd="0" presId="urn:microsoft.com/office/officeart/2018/2/layout/IconCircleList"/>
    <dgm:cxn modelId="{9A1741DD-9217-454B-B6A6-DEF9F65B600A}" type="presParOf" srcId="{105DF9DF-2CDE-4BFE-9B2C-99C1A47FF0E3}" destId="{F92D4D89-EB19-4DCD-A99B-6FF50D0BED73}" srcOrd="1" destOrd="0" presId="urn:microsoft.com/office/officeart/2018/2/layout/IconCircleList"/>
    <dgm:cxn modelId="{F775CB87-4D61-43D0-97D4-78214C5162AF}" type="presParOf" srcId="{105DF9DF-2CDE-4BFE-9B2C-99C1A47FF0E3}" destId="{E3D5060A-DC49-4BDC-B590-2BDE0F09A6CA}" srcOrd="2" destOrd="0" presId="urn:microsoft.com/office/officeart/2018/2/layout/IconCircleList"/>
    <dgm:cxn modelId="{75DC1B5C-0B0A-417D-B13F-192F67A8222A}" type="presParOf" srcId="{105DF9DF-2CDE-4BFE-9B2C-99C1A47FF0E3}" destId="{4C39395A-0B23-4BBD-BCF2-FD6348F7BCC5}" srcOrd="3" destOrd="0" presId="urn:microsoft.com/office/officeart/2018/2/layout/IconCircleList"/>
    <dgm:cxn modelId="{A38BA613-F6D1-4F25-985E-7DCAA2243B48}" type="presParOf" srcId="{608DBD4F-AF54-4F29-9A8C-5267EC39420B}" destId="{CF8D37C0-AAC1-439E-B18F-5902A21C7C7D}" srcOrd="5" destOrd="0" presId="urn:microsoft.com/office/officeart/2018/2/layout/IconCircleList"/>
    <dgm:cxn modelId="{07F457C0-DE4D-47F3-85C2-99054315584D}" type="presParOf" srcId="{608DBD4F-AF54-4F29-9A8C-5267EC39420B}" destId="{EF7EAA0C-BAD5-4D44-A73F-888113A7C7BB}" srcOrd="6" destOrd="0" presId="urn:microsoft.com/office/officeart/2018/2/layout/IconCircleList"/>
    <dgm:cxn modelId="{1AF4E86C-72C9-4D86-A13F-40EFB911E3A9}" type="presParOf" srcId="{EF7EAA0C-BAD5-4D44-A73F-888113A7C7BB}" destId="{F792CF73-2162-4D79-8235-B2CD4A4AAF01}" srcOrd="0" destOrd="0" presId="urn:microsoft.com/office/officeart/2018/2/layout/IconCircleList"/>
    <dgm:cxn modelId="{405C51D0-E995-49C6-AD33-C0E456A61833}" type="presParOf" srcId="{EF7EAA0C-BAD5-4D44-A73F-888113A7C7BB}" destId="{AA99CCF2-197B-461A-9BC4-7A17F79AF064}" srcOrd="1" destOrd="0" presId="urn:microsoft.com/office/officeart/2018/2/layout/IconCircleList"/>
    <dgm:cxn modelId="{B8D220D8-6A60-4293-ADFC-5D4F3CB86BED}" type="presParOf" srcId="{EF7EAA0C-BAD5-4D44-A73F-888113A7C7BB}" destId="{B0C99DBD-4503-4763-A662-D6C0BD277B81}" srcOrd="2" destOrd="0" presId="urn:microsoft.com/office/officeart/2018/2/layout/IconCircleList"/>
    <dgm:cxn modelId="{320A35F1-848A-4A73-A5AA-7156582286F8}" type="presParOf" srcId="{EF7EAA0C-BAD5-4D44-A73F-888113A7C7BB}" destId="{8DB8B83E-7B34-4AD4-A4EC-06B18D885660}"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B3EFAB5-B2D9-46D8-8F5C-E6EBBEAB0DDC}"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D9BDB051-42C0-4BC9-8E74-A60E4E6F93AB}">
      <dgm:prSet/>
      <dgm:spPr/>
      <dgm:t>
        <a:bodyPr/>
        <a:lstStyle/>
        <a:p>
          <a:r>
            <a:rPr lang="en-US"/>
            <a:t>All four levels inform and support each other.</a:t>
          </a:r>
        </a:p>
      </dgm:t>
    </dgm:pt>
    <dgm:pt modelId="{E6B52C7B-7540-49CA-8516-A88431D6FAC9}" type="parTrans" cxnId="{D0DB87F7-1C73-4FBE-9752-3764A081DB07}">
      <dgm:prSet/>
      <dgm:spPr/>
      <dgm:t>
        <a:bodyPr/>
        <a:lstStyle/>
        <a:p>
          <a:endParaRPr lang="en-US"/>
        </a:p>
      </dgm:t>
    </dgm:pt>
    <dgm:pt modelId="{F2FE8482-5067-4D2D-A4B7-2FE28036485F}" type="sibTrans" cxnId="{D0DB87F7-1C73-4FBE-9752-3764A081DB07}">
      <dgm:prSet/>
      <dgm:spPr/>
      <dgm:t>
        <a:bodyPr/>
        <a:lstStyle/>
        <a:p>
          <a:endParaRPr lang="en-US"/>
        </a:p>
      </dgm:t>
    </dgm:pt>
    <dgm:pt modelId="{405A7214-F88A-4A57-9BF4-9447220DEB71}">
      <dgm:prSet/>
      <dgm:spPr/>
      <dgm:t>
        <a:bodyPr/>
        <a:lstStyle/>
        <a:p>
          <a:r>
            <a:rPr lang="en-US"/>
            <a:t>The chain flows: Course → Module → Topic → Materials.</a:t>
          </a:r>
        </a:p>
      </dgm:t>
    </dgm:pt>
    <dgm:pt modelId="{334D9390-87DB-42F2-8695-C022EF5A81D5}" type="parTrans" cxnId="{C1E458E0-6AB8-4850-9EB5-D3ABB914C795}">
      <dgm:prSet/>
      <dgm:spPr/>
      <dgm:t>
        <a:bodyPr/>
        <a:lstStyle/>
        <a:p>
          <a:endParaRPr lang="en-US"/>
        </a:p>
      </dgm:t>
    </dgm:pt>
    <dgm:pt modelId="{121CE514-7C1E-46F3-8CD8-E43135D4155C}" type="sibTrans" cxnId="{C1E458E0-6AB8-4850-9EB5-D3ABB914C795}">
      <dgm:prSet/>
      <dgm:spPr/>
      <dgm:t>
        <a:bodyPr/>
        <a:lstStyle/>
        <a:p>
          <a:endParaRPr lang="en-US"/>
        </a:p>
      </dgm:t>
    </dgm:pt>
    <dgm:pt modelId="{9ED5C72B-EC3F-497A-BF5C-04F0C749B4C1}">
      <dgm:prSet/>
      <dgm:spPr/>
      <dgm:t>
        <a:bodyPr/>
        <a:lstStyle/>
        <a:p>
          <a:r>
            <a:rPr lang="en-US"/>
            <a:t>No level operates in isolation from the others.</a:t>
          </a:r>
        </a:p>
      </dgm:t>
    </dgm:pt>
    <dgm:pt modelId="{4142CCE0-8DAB-462E-8CD4-B9F29C37D638}" type="parTrans" cxnId="{AA55C63C-86C1-4C02-B70F-0C7F254E046D}">
      <dgm:prSet/>
      <dgm:spPr/>
      <dgm:t>
        <a:bodyPr/>
        <a:lstStyle/>
        <a:p>
          <a:endParaRPr lang="en-US"/>
        </a:p>
      </dgm:t>
    </dgm:pt>
    <dgm:pt modelId="{E14C23B9-6FCD-4FBC-B413-AF727DC763A0}" type="sibTrans" cxnId="{AA55C63C-86C1-4C02-B70F-0C7F254E046D}">
      <dgm:prSet/>
      <dgm:spPr/>
      <dgm:t>
        <a:bodyPr/>
        <a:lstStyle/>
        <a:p>
          <a:endParaRPr lang="en-US"/>
        </a:p>
      </dgm:t>
    </dgm:pt>
    <dgm:pt modelId="{AFA69C69-94E5-46D0-95E7-4CF0820A1ACB}">
      <dgm:prSet/>
      <dgm:spPr/>
      <dgm:t>
        <a:bodyPr/>
        <a:lstStyle/>
        <a:p>
          <a:r>
            <a:rPr lang="en-US"/>
            <a:t>Structure at the top shapes outputs at the bottom.</a:t>
          </a:r>
        </a:p>
      </dgm:t>
    </dgm:pt>
    <dgm:pt modelId="{E39B497F-A3A7-4B35-8971-09B13161E583}" type="parTrans" cxnId="{5916B611-EF6B-444C-88F7-FEA5B8569B6E}">
      <dgm:prSet/>
      <dgm:spPr/>
      <dgm:t>
        <a:bodyPr/>
        <a:lstStyle/>
        <a:p>
          <a:endParaRPr lang="en-US"/>
        </a:p>
      </dgm:t>
    </dgm:pt>
    <dgm:pt modelId="{00DD198A-C061-44C6-B9BD-288DCD4580AB}" type="sibTrans" cxnId="{5916B611-EF6B-444C-88F7-FEA5B8569B6E}">
      <dgm:prSet/>
      <dgm:spPr/>
      <dgm:t>
        <a:bodyPr/>
        <a:lstStyle/>
        <a:p>
          <a:endParaRPr lang="en-US"/>
        </a:p>
      </dgm:t>
    </dgm:pt>
    <dgm:pt modelId="{DE7CC716-6F45-47AC-8D14-C42D6D1E3750}" type="pres">
      <dgm:prSet presAssocID="{CB3EFAB5-B2D9-46D8-8F5C-E6EBBEAB0DDC}" presName="linear" presStyleCnt="0">
        <dgm:presLayoutVars>
          <dgm:animLvl val="lvl"/>
          <dgm:resizeHandles val="exact"/>
        </dgm:presLayoutVars>
      </dgm:prSet>
      <dgm:spPr/>
    </dgm:pt>
    <dgm:pt modelId="{42A96CB8-4636-4E72-876B-5AC682D57E39}" type="pres">
      <dgm:prSet presAssocID="{D9BDB051-42C0-4BC9-8E74-A60E4E6F93AB}" presName="parentText" presStyleLbl="node1" presStyleIdx="0" presStyleCnt="4">
        <dgm:presLayoutVars>
          <dgm:chMax val="0"/>
          <dgm:bulletEnabled val="1"/>
        </dgm:presLayoutVars>
      </dgm:prSet>
      <dgm:spPr/>
    </dgm:pt>
    <dgm:pt modelId="{D47F3551-30F0-43D7-94CB-3D45557AFCF2}" type="pres">
      <dgm:prSet presAssocID="{F2FE8482-5067-4D2D-A4B7-2FE28036485F}" presName="spacer" presStyleCnt="0"/>
      <dgm:spPr/>
    </dgm:pt>
    <dgm:pt modelId="{D90A8D2D-A294-4C4C-9F98-8090016E32DF}" type="pres">
      <dgm:prSet presAssocID="{405A7214-F88A-4A57-9BF4-9447220DEB71}" presName="parentText" presStyleLbl="node1" presStyleIdx="1" presStyleCnt="4">
        <dgm:presLayoutVars>
          <dgm:chMax val="0"/>
          <dgm:bulletEnabled val="1"/>
        </dgm:presLayoutVars>
      </dgm:prSet>
      <dgm:spPr/>
    </dgm:pt>
    <dgm:pt modelId="{CCBEC2C1-D79E-458C-83D0-CB5CF084754E}" type="pres">
      <dgm:prSet presAssocID="{121CE514-7C1E-46F3-8CD8-E43135D4155C}" presName="spacer" presStyleCnt="0"/>
      <dgm:spPr/>
    </dgm:pt>
    <dgm:pt modelId="{3AE3183A-0ECA-42D2-96EA-BDCCEDD792F6}" type="pres">
      <dgm:prSet presAssocID="{9ED5C72B-EC3F-497A-BF5C-04F0C749B4C1}" presName="parentText" presStyleLbl="node1" presStyleIdx="2" presStyleCnt="4">
        <dgm:presLayoutVars>
          <dgm:chMax val="0"/>
          <dgm:bulletEnabled val="1"/>
        </dgm:presLayoutVars>
      </dgm:prSet>
      <dgm:spPr/>
    </dgm:pt>
    <dgm:pt modelId="{7DD0082E-2657-4942-90EE-12AA5F7DBF90}" type="pres">
      <dgm:prSet presAssocID="{E14C23B9-6FCD-4FBC-B413-AF727DC763A0}" presName="spacer" presStyleCnt="0"/>
      <dgm:spPr/>
    </dgm:pt>
    <dgm:pt modelId="{716D33A5-679C-493E-A344-0C1CBDBD7BEC}" type="pres">
      <dgm:prSet presAssocID="{AFA69C69-94E5-46D0-95E7-4CF0820A1ACB}" presName="parentText" presStyleLbl="node1" presStyleIdx="3" presStyleCnt="4">
        <dgm:presLayoutVars>
          <dgm:chMax val="0"/>
          <dgm:bulletEnabled val="1"/>
        </dgm:presLayoutVars>
      </dgm:prSet>
      <dgm:spPr/>
    </dgm:pt>
  </dgm:ptLst>
  <dgm:cxnLst>
    <dgm:cxn modelId="{616DBC03-B9CD-4798-8B28-B4315116187C}" type="presOf" srcId="{D9BDB051-42C0-4BC9-8E74-A60E4E6F93AB}" destId="{42A96CB8-4636-4E72-876B-5AC682D57E39}" srcOrd="0" destOrd="0" presId="urn:microsoft.com/office/officeart/2005/8/layout/vList2"/>
    <dgm:cxn modelId="{5916B611-EF6B-444C-88F7-FEA5B8569B6E}" srcId="{CB3EFAB5-B2D9-46D8-8F5C-E6EBBEAB0DDC}" destId="{AFA69C69-94E5-46D0-95E7-4CF0820A1ACB}" srcOrd="3" destOrd="0" parTransId="{E39B497F-A3A7-4B35-8971-09B13161E583}" sibTransId="{00DD198A-C061-44C6-B9BD-288DCD4580AB}"/>
    <dgm:cxn modelId="{6B992323-0BE8-412E-832F-903B85FBAA64}" type="presOf" srcId="{9ED5C72B-EC3F-497A-BF5C-04F0C749B4C1}" destId="{3AE3183A-0ECA-42D2-96EA-BDCCEDD792F6}" srcOrd="0" destOrd="0" presId="urn:microsoft.com/office/officeart/2005/8/layout/vList2"/>
    <dgm:cxn modelId="{AA55C63C-86C1-4C02-B70F-0C7F254E046D}" srcId="{CB3EFAB5-B2D9-46D8-8F5C-E6EBBEAB0DDC}" destId="{9ED5C72B-EC3F-497A-BF5C-04F0C749B4C1}" srcOrd="2" destOrd="0" parTransId="{4142CCE0-8DAB-462E-8CD4-B9F29C37D638}" sibTransId="{E14C23B9-6FCD-4FBC-B413-AF727DC763A0}"/>
    <dgm:cxn modelId="{FAA9035F-5194-4740-A6AE-6F1DDC544ABD}" type="presOf" srcId="{AFA69C69-94E5-46D0-95E7-4CF0820A1ACB}" destId="{716D33A5-679C-493E-A344-0C1CBDBD7BEC}" srcOrd="0" destOrd="0" presId="urn:microsoft.com/office/officeart/2005/8/layout/vList2"/>
    <dgm:cxn modelId="{6ACCA1B9-80B9-46AB-8AE4-67D10C1DE2A5}" type="presOf" srcId="{405A7214-F88A-4A57-9BF4-9447220DEB71}" destId="{D90A8D2D-A294-4C4C-9F98-8090016E32DF}" srcOrd="0" destOrd="0" presId="urn:microsoft.com/office/officeart/2005/8/layout/vList2"/>
    <dgm:cxn modelId="{C1E458E0-6AB8-4850-9EB5-D3ABB914C795}" srcId="{CB3EFAB5-B2D9-46D8-8F5C-E6EBBEAB0DDC}" destId="{405A7214-F88A-4A57-9BF4-9447220DEB71}" srcOrd="1" destOrd="0" parTransId="{334D9390-87DB-42F2-8695-C022EF5A81D5}" sibTransId="{121CE514-7C1E-46F3-8CD8-E43135D4155C}"/>
    <dgm:cxn modelId="{D43BB2EC-A61C-4C36-A4B1-B1310379CA7D}" type="presOf" srcId="{CB3EFAB5-B2D9-46D8-8F5C-E6EBBEAB0DDC}" destId="{DE7CC716-6F45-47AC-8D14-C42D6D1E3750}" srcOrd="0" destOrd="0" presId="urn:microsoft.com/office/officeart/2005/8/layout/vList2"/>
    <dgm:cxn modelId="{D0DB87F7-1C73-4FBE-9752-3764A081DB07}" srcId="{CB3EFAB5-B2D9-46D8-8F5C-E6EBBEAB0DDC}" destId="{D9BDB051-42C0-4BC9-8E74-A60E4E6F93AB}" srcOrd="0" destOrd="0" parTransId="{E6B52C7B-7540-49CA-8516-A88431D6FAC9}" sibTransId="{F2FE8482-5067-4D2D-A4B7-2FE28036485F}"/>
    <dgm:cxn modelId="{59E6F865-FFFC-4B73-9D3D-259F1464060F}" type="presParOf" srcId="{DE7CC716-6F45-47AC-8D14-C42D6D1E3750}" destId="{42A96CB8-4636-4E72-876B-5AC682D57E39}" srcOrd="0" destOrd="0" presId="urn:microsoft.com/office/officeart/2005/8/layout/vList2"/>
    <dgm:cxn modelId="{65F071E7-3987-4206-9A31-D86FA2807889}" type="presParOf" srcId="{DE7CC716-6F45-47AC-8D14-C42D6D1E3750}" destId="{D47F3551-30F0-43D7-94CB-3D45557AFCF2}" srcOrd="1" destOrd="0" presId="urn:microsoft.com/office/officeart/2005/8/layout/vList2"/>
    <dgm:cxn modelId="{0BCB4DBE-AF8D-4939-BD63-8A36A9871EB2}" type="presParOf" srcId="{DE7CC716-6F45-47AC-8D14-C42D6D1E3750}" destId="{D90A8D2D-A294-4C4C-9F98-8090016E32DF}" srcOrd="2" destOrd="0" presId="urn:microsoft.com/office/officeart/2005/8/layout/vList2"/>
    <dgm:cxn modelId="{0F2BDA99-CE2E-4805-9CAF-79E6099DDF29}" type="presParOf" srcId="{DE7CC716-6F45-47AC-8D14-C42D6D1E3750}" destId="{CCBEC2C1-D79E-458C-83D0-CB5CF084754E}" srcOrd="3" destOrd="0" presId="urn:microsoft.com/office/officeart/2005/8/layout/vList2"/>
    <dgm:cxn modelId="{58A7D873-E255-4F9B-92F1-59DD4E4C4C44}" type="presParOf" srcId="{DE7CC716-6F45-47AC-8D14-C42D6D1E3750}" destId="{3AE3183A-0ECA-42D2-96EA-BDCCEDD792F6}" srcOrd="4" destOrd="0" presId="urn:microsoft.com/office/officeart/2005/8/layout/vList2"/>
    <dgm:cxn modelId="{672126B5-3516-4A42-A91A-A95B0D41374B}" type="presParOf" srcId="{DE7CC716-6F45-47AC-8D14-C42D6D1E3750}" destId="{7DD0082E-2657-4942-90EE-12AA5F7DBF90}" srcOrd="5" destOrd="0" presId="urn:microsoft.com/office/officeart/2005/8/layout/vList2"/>
    <dgm:cxn modelId="{952FA76B-707C-4151-814D-0912B6AB580C}" type="presParOf" srcId="{DE7CC716-6F45-47AC-8D14-C42D6D1E3750}" destId="{716D33A5-679C-493E-A344-0C1CBDBD7BEC}"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5420BD1-D808-4F99-A056-468E04137F4F}"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C29A73C2-68D4-4D1D-9063-74EF1B202B0F}">
      <dgm:prSet/>
      <dgm:spPr/>
      <dgm:t>
        <a:bodyPr/>
        <a:lstStyle/>
        <a:p>
          <a:r>
            <a:rPr lang="en-US"/>
            <a:t>All generated files belong entirely to you.</a:t>
          </a:r>
        </a:p>
      </dgm:t>
    </dgm:pt>
    <dgm:pt modelId="{E6630388-7A32-40E3-818A-A8B84980CE39}" type="parTrans" cxnId="{E1EBF810-1F37-4BE4-96A9-4F94B4B45FCD}">
      <dgm:prSet/>
      <dgm:spPr/>
      <dgm:t>
        <a:bodyPr/>
        <a:lstStyle/>
        <a:p>
          <a:endParaRPr lang="en-US"/>
        </a:p>
      </dgm:t>
    </dgm:pt>
    <dgm:pt modelId="{F3745775-55BF-4E21-998D-EF533E805F8D}" type="sibTrans" cxnId="{E1EBF810-1F37-4BE4-96A9-4F94B4B45FCD}">
      <dgm:prSet/>
      <dgm:spPr/>
      <dgm:t>
        <a:bodyPr/>
        <a:lstStyle/>
        <a:p>
          <a:endParaRPr lang="en-US"/>
        </a:p>
      </dgm:t>
    </dgm:pt>
    <dgm:pt modelId="{8805A4C4-7A30-440C-AC3C-3132D05F948F}">
      <dgm:prSet/>
      <dgm:spPr/>
      <dgm:t>
        <a:bodyPr/>
        <a:lstStyle/>
        <a:p>
          <a:r>
            <a:rPr lang="en-US"/>
            <a:t>PreseMaker retains no ownership over your content.</a:t>
          </a:r>
        </a:p>
      </dgm:t>
    </dgm:pt>
    <dgm:pt modelId="{18D393AF-94EA-4CDD-B513-E03EF2B30AC9}" type="parTrans" cxnId="{28C1BEFA-B5BC-4930-9802-179CD3DB65EF}">
      <dgm:prSet/>
      <dgm:spPr/>
      <dgm:t>
        <a:bodyPr/>
        <a:lstStyle/>
        <a:p>
          <a:endParaRPr lang="en-US"/>
        </a:p>
      </dgm:t>
    </dgm:pt>
    <dgm:pt modelId="{BC8223A6-3F96-4ABE-A5B2-17CDEF3411E7}" type="sibTrans" cxnId="{28C1BEFA-B5BC-4930-9802-179CD3DB65EF}">
      <dgm:prSet/>
      <dgm:spPr/>
      <dgm:t>
        <a:bodyPr/>
        <a:lstStyle/>
        <a:p>
          <a:endParaRPr lang="en-US"/>
        </a:p>
      </dgm:t>
    </dgm:pt>
    <dgm:pt modelId="{26BE443B-67E1-433D-8A77-2C5D47004E5D}">
      <dgm:prSet/>
      <dgm:spPr/>
      <dgm:t>
        <a:bodyPr/>
        <a:lstStyle/>
        <a:p>
          <a:r>
            <a:rPr lang="en-US"/>
            <a:t>No usage restrictions are imposed on generated materials.</a:t>
          </a:r>
        </a:p>
      </dgm:t>
    </dgm:pt>
    <dgm:pt modelId="{5957A3D6-539C-48E6-A520-CE4D3EF3869F}" type="parTrans" cxnId="{FF459651-ADFA-41E4-94DE-C6A28D130382}">
      <dgm:prSet/>
      <dgm:spPr/>
      <dgm:t>
        <a:bodyPr/>
        <a:lstStyle/>
        <a:p>
          <a:endParaRPr lang="en-US"/>
        </a:p>
      </dgm:t>
    </dgm:pt>
    <dgm:pt modelId="{8BBB1403-02D6-44A4-BB6B-61BA8EE834C3}" type="sibTrans" cxnId="{FF459651-ADFA-41E4-94DE-C6A28D130382}">
      <dgm:prSet/>
      <dgm:spPr/>
      <dgm:t>
        <a:bodyPr/>
        <a:lstStyle/>
        <a:p>
          <a:endParaRPr lang="en-US"/>
        </a:p>
      </dgm:t>
    </dgm:pt>
    <dgm:pt modelId="{69B64691-CD73-42EF-AA01-4FE3E25D4505}">
      <dgm:prSet/>
      <dgm:spPr/>
      <dgm:t>
        <a:bodyPr/>
        <a:lstStyle/>
        <a:p>
          <a:r>
            <a:rPr lang="en-US"/>
            <a:t>There is no platform lock-in for your work.</a:t>
          </a:r>
        </a:p>
      </dgm:t>
    </dgm:pt>
    <dgm:pt modelId="{895318B4-E9AD-4036-B466-A1E9FCE9607A}" type="parTrans" cxnId="{1ECEE89A-4B2F-4BEC-AC0C-420A08D04E83}">
      <dgm:prSet/>
      <dgm:spPr/>
      <dgm:t>
        <a:bodyPr/>
        <a:lstStyle/>
        <a:p>
          <a:endParaRPr lang="en-US"/>
        </a:p>
      </dgm:t>
    </dgm:pt>
    <dgm:pt modelId="{7F47C4CC-4CDC-4D4A-8283-C9BE58B5FBFC}" type="sibTrans" cxnId="{1ECEE89A-4B2F-4BEC-AC0C-420A08D04E83}">
      <dgm:prSet/>
      <dgm:spPr/>
      <dgm:t>
        <a:bodyPr/>
        <a:lstStyle/>
        <a:p>
          <a:endParaRPr lang="en-US"/>
        </a:p>
      </dgm:t>
    </dgm:pt>
    <dgm:pt modelId="{8B03D49E-6A32-4E5D-85CB-BC3348F6D4A9}" type="pres">
      <dgm:prSet presAssocID="{D5420BD1-D808-4F99-A056-468E04137F4F}" presName="linear" presStyleCnt="0">
        <dgm:presLayoutVars>
          <dgm:animLvl val="lvl"/>
          <dgm:resizeHandles val="exact"/>
        </dgm:presLayoutVars>
      </dgm:prSet>
      <dgm:spPr/>
    </dgm:pt>
    <dgm:pt modelId="{FADD36AF-A357-4314-899C-4719996B3226}" type="pres">
      <dgm:prSet presAssocID="{C29A73C2-68D4-4D1D-9063-74EF1B202B0F}" presName="parentText" presStyleLbl="node1" presStyleIdx="0" presStyleCnt="4">
        <dgm:presLayoutVars>
          <dgm:chMax val="0"/>
          <dgm:bulletEnabled val="1"/>
        </dgm:presLayoutVars>
      </dgm:prSet>
      <dgm:spPr/>
    </dgm:pt>
    <dgm:pt modelId="{E9B1FC83-E9F1-43C6-AB4F-98EC537F003A}" type="pres">
      <dgm:prSet presAssocID="{F3745775-55BF-4E21-998D-EF533E805F8D}" presName="spacer" presStyleCnt="0"/>
      <dgm:spPr/>
    </dgm:pt>
    <dgm:pt modelId="{251AA8D5-BE51-4B9F-B04C-B1BA3D76D563}" type="pres">
      <dgm:prSet presAssocID="{8805A4C4-7A30-440C-AC3C-3132D05F948F}" presName="parentText" presStyleLbl="node1" presStyleIdx="1" presStyleCnt="4">
        <dgm:presLayoutVars>
          <dgm:chMax val="0"/>
          <dgm:bulletEnabled val="1"/>
        </dgm:presLayoutVars>
      </dgm:prSet>
      <dgm:spPr/>
    </dgm:pt>
    <dgm:pt modelId="{A84AC65B-2D86-4684-98E4-26A939B39A74}" type="pres">
      <dgm:prSet presAssocID="{BC8223A6-3F96-4ABE-A5B2-17CDEF3411E7}" presName="spacer" presStyleCnt="0"/>
      <dgm:spPr/>
    </dgm:pt>
    <dgm:pt modelId="{4B7E6170-0097-494C-90F2-17ED48499A2A}" type="pres">
      <dgm:prSet presAssocID="{26BE443B-67E1-433D-8A77-2C5D47004E5D}" presName="parentText" presStyleLbl="node1" presStyleIdx="2" presStyleCnt="4">
        <dgm:presLayoutVars>
          <dgm:chMax val="0"/>
          <dgm:bulletEnabled val="1"/>
        </dgm:presLayoutVars>
      </dgm:prSet>
      <dgm:spPr/>
    </dgm:pt>
    <dgm:pt modelId="{02A224E4-E461-4ECC-A5C4-5E888F42D0E9}" type="pres">
      <dgm:prSet presAssocID="{8BBB1403-02D6-44A4-BB6B-61BA8EE834C3}" presName="spacer" presStyleCnt="0"/>
      <dgm:spPr/>
    </dgm:pt>
    <dgm:pt modelId="{C82E7732-C1BC-451C-B17C-9B87896A81CC}" type="pres">
      <dgm:prSet presAssocID="{69B64691-CD73-42EF-AA01-4FE3E25D4505}" presName="parentText" presStyleLbl="node1" presStyleIdx="3" presStyleCnt="4">
        <dgm:presLayoutVars>
          <dgm:chMax val="0"/>
          <dgm:bulletEnabled val="1"/>
        </dgm:presLayoutVars>
      </dgm:prSet>
      <dgm:spPr/>
    </dgm:pt>
  </dgm:ptLst>
  <dgm:cxnLst>
    <dgm:cxn modelId="{40AAF303-81EA-4DF6-9517-6CD94758FD2B}" type="presOf" srcId="{C29A73C2-68D4-4D1D-9063-74EF1B202B0F}" destId="{FADD36AF-A357-4314-899C-4719996B3226}" srcOrd="0" destOrd="0" presId="urn:microsoft.com/office/officeart/2005/8/layout/vList2"/>
    <dgm:cxn modelId="{AE75FC0F-F431-4959-A0C9-F4189B22326E}" type="presOf" srcId="{69B64691-CD73-42EF-AA01-4FE3E25D4505}" destId="{C82E7732-C1BC-451C-B17C-9B87896A81CC}" srcOrd="0" destOrd="0" presId="urn:microsoft.com/office/officeart/2005/8/layout/vList2"/>
    <dgm:cxn modelId="{E1EBF810-1F37-4BE4-96A9-4F94B4B45FCD}" srcId="{D5420BD1-D808-4F99-A056-468E04137F4F}" destId="{C29A73C2-68D4-4D1D-9063-74EF1B202B0F}" srcOrd="0" destOrd="0" parTransId="{E6630388-7A32-40E3-818A-A8B84980CE39}" sibTransId="{F3745775-55BF-4E21-998D-EF533E805F8D}"/>
    <dgm:cxn modelId="{FF459651-ADFA-41E4-94DE-C6A28D130382}" srcId="{D5420BD1-D808-4F99-A056-468E04137F4F}" destId="{26BE443B-67E1-433D-8A77-2C5D47004E5D}" srcOrd="2" destOrd="0" parTransId="{5957A3D6-539C-48E6-A520-CE4D3EF3869F}" sibTransId="{8BBB1403-02D6-44A4-BB6B-61BA8EE834C3}"/>
    <dgm:cxn modelId="{1ECEE89A-4B2F-4BEC-AC0C-420A08D04E83}" srcId="{D5420BD1-D808-4F99-A056-468E04137F4F}" destId="{69B64691-CD73-42EF-AA01-4FE3E25D4505}" srcOrd="3" destOrd="0" parTransId="{895318B4-E9AD-4036-B466-A1E9FCE9607A}" sibTransId="{7F47C4CC-4CDC-4D4A-8283-C9BE58B5FBFC}"/>
    <dgm:cxn modelId="{815342AB-F420-4E27-8772-AC2993AABBEB}" type="presOf" srcId="{D5420BD1-D808-4F99-A056-468E04137F4F}" destId="{8B03D49E-6A32-4E5D-85CB-BC3348F6D4A9}" srcOrd="0" destOrd="0" presId="urn:microsoft.com/office/officeart/2005/8/layout/vList2"/>
    <dgm:cxn modelId="{16B3CBAB-6600-4276-B8D3-229F9EE3DC7F}" type="presOf" srcId="{26BE443B-67E1-433D-8A77-2C5D47004E5D}" destId="{4B7E6170-0097-494C-90F2-17ED48499A2A}" srcOrd="0" destOrd="0" presId="urn:microsoft.com/office/officeart/2005/8/layout/vList2"/>
    <dgm:cxn modelId="{28C1BEFA-B5BC-4930-9802-179CD3DB65EF}" srcId="{D5420BD1-D808-4F99-A056-468E04137F4F}" destId="{8805A4C4-7A30-440C-AC3C-3132D05F948F}" srcOrd="1" destOrd="0" parTransId="{18D393AF-94EA-4CDD-B513-E03EF2B30AC9}" sibTransId="{BC8223A6-3F96-4ABE-A5B2-17CDEF3411E7}"/>
    <dgm:cxn modelId="{2275D1FC-8403-4ED4-9303-5B0F98C58E24}" type="presOf" srcId="{8805A4C4-7A30-440C-AC3C-3132D05F948F}" destId="{251AA8D5-BE51-4B9F-B04C-B1BA3D76D563}" srcOrd="0" destOrd="0" presId="urn:microsoft.com/office/officeart/2005/8/layout/vList2"/>
    <dgm:cxn modelId="{E8A0F3FA-EE56-4AA5-A7FD-4694E03AE066}" type="presParOf" srcId="{8B03D49E-6A32-4E5D-85CB-BC3348F6D4A9}" destId="{FADD36AF-A357-4314-899C-4719996B3226}" srcOrd="0" destOrd="0" presId="urn:microsoft.com/office/officeart/2005/8/layout/vList2"/>
    <dgm:cxn modelId="{FA7749B3-88AB-470C-9658-B1A0E9186B67}" type="presParOf" srcId="{8B03D49E-6A32-4E5D-85CB-BC3348F6D4A9}" destId="{E9B1FC83-E9F1-43C6-AB4F-98EC537F003A}" srcOrd="1" destOrd="0" presId="urn:microsoft.com/office/officeart/2005/8/layout/vList2"/>
    <dgm:cxn modelId="{EC81482D-3AB4-4203-AB49-F19CC4245FB3}" type="presParOf" srcId="{8B03D49E-6A32-4E5D-85CB-BC3348F6D4A9}" destId="{251AA8D5-BE51-4B9F-B04C-B1BA3D76D563}" srcOrd="2" destOrd="0" presId="urn:microsoft.com/office/officeart/2005/8/layout/vList2"/>
    <dgm:cxn modelId="{0217A807-ACCA-41BE-B8BA-0A736DB36154}" type="presParOf" srcId="{8B03D49E-6A32-4E5D-85CB-BC3348F6D4A9}" destId="{A84AC65B-2D86-4684-98E4-26A939B39A74}" srcOrd="3" destOrd="0" presId="urn:microsoft.com/office/officeart/2005/8/layout/vList2"/>
    <dgm:cxn modelId="{56E524F2-7F1C-4C72-BB5A-7057730B3D77}" type="presParOf" srcId="{8B03D49E-6A32-4E5D-85CB-BC3348F6D4A9}" destId="{4B7E6170-0097-494C-90F2-17ED48499A2A}" srcOrd="4" destOrd="0" presId="urn:microsoft.com/office/officeart/2005/8/layout/vList2"/>
    <dgm:cxn modelId="{C2F99154-A906-4535-B778-457CF1D9E05B}" type="presParOf" srcId="{8B03D49E-6A32-4E5D-85CB-BC3348F6D4A9}" destId="{02A224E4-E461-4ECC-A5C4-5E888F42D0E9}" srcOrd="5" destOrd="0" presId="urn:microsoft.com/office/officeart/2005/8/layout/vList2"/>
    <dgm:cxn modelId="{E03F6B17-DDC6-4CB2-84B9-243BB251783E}" type="presParOf" srcId="{8B03D49E-6A32-4E5D-85CB-BC3348F6D4A9}" destId="{C82E7732-C1BC-451C-B17C-9B87896A81CC}"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280884D-A760-45CA-B807-F3920EFEA72F}"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EA55F9FE-137E-431C-BECD-DE7021199B75}">
      <dgm:prSet/>
      <dgm:spPr/>
      <dgm:t>
        <a:bodyPr/>
        <a:lstStyle/>
        <a:p>
          <a:r>
            <a:rPr lang="en-US"/>
            <a:t>Local storage means you manage your own file backups.</a:t>
          </a:r>
        </a:p>
      </dgm:t>
    </dgm:pt>
    <dgm:pt modelId="{7C656CDE-41A0-407E-9646-92F42C421911}" type="parTrans" cxnId="{DD4794DA-BB1A-4E78-B5E7-9D7D4562C0BE}">
      <dgm:prSet/>
      <dgm:spPr/>
      <dgm:t>
        <a:bodyPr/>
        <a:lstStyle/>
        <a:p>
          <a:endParaRPr lang="en-US"/>
        </a:p>
      </dgm:t>
    </dgm:pt>
    <dgm:pt modelId="{93AEE9CD-E728-4DC8-BCA7-CBE993DF1CFF}" type="sibTrans" cxnId="{DD4794DA-BB1A-4E78-B5E7-9D7D4562C0BE}">
      <dgm:prSet/>
      <dgm:spPr/>
      <dgm:t>
        <a:bodyPr/>
        <a:lstStyle/>
        <a:p>
          <a:endParaRPr lang="en-US"/>
        </a:p>
      </dgm:t>
    </dgm:pt>
    <dgm:pt modelId="{2389277B-C87D-402D-827D-A044BA0EE039}">
      <dgm:prSet/>
      <dgm:spPr/>
      <dgm:t>
        <a:bodyPr/>
        <a:lstStyle/>
        <a:p>
          <a:r>
            <a:rPr lang="en-US"/>
            <a:t>Use external drives or cloud sync services for backup.</a:t>
          </a:r>
        </a:p>
      </dgm:t>
    </dgm:pt>
    <dgm:pt modelId="{AAA81538-A46D-4868-83D3-194F6D3E0570}" type="parTrans" cxnId="{3CFD8C43-3188-47FB-91EA-59B532B160E5}">
      <dgm:prSet/>
      <dgm:spPr/>
      <dgm:t>
        <a:bodyPr/>
        <a:lstStyle/>
        <a:p>
          <a:endParaRPr lang="en-US"/>
        </a:p>
      </dgm:t>
    </dgm:pt>
    <dgm:pt modelId="{7D76B2D3-416C-4A84-82F5-9D3E2E7A5A6A}" type="sibTrans" cxnId="{3CFD8C43-3188-47FB-91EA-59B532B160E5}">
      <dgm:prSet/>
      <dgm:spPr/>
      <dgm:t>
        <a:bodyPr/>
        <a:lstStyle/>
        <a:p>
          <a:endParaRPr lang="en-US"/>
        </a:p>
      </dgm:t>
    </dgm:pt>
    <dgm:pt modelId="{D8C7ECF6-4771-4106-BA65-3FC8E1A5280F}">
      <dgm:prSet/>
      <dgm:spPr/>
      <dgm:t>
        <a:bodyPr/>
        <a:lstStyle/>
        <a:p>
          <a:r>
            <a:rPr lang="en-US"/>
            <a:t>Organize files consistently to support long-term accessibility.</a:t>
          </a:r>
        </a:p>
      </dgm:t>
    </dgm:pt>
    <dgm:pt modelId="{470C404B-AD23-4987-B10D-C922783C459B}" type="parTrans" cxnId="{0D5C10F7-8733-4729-9D96-213AA2F29EED}">
      <dgm:prSet/>
      <dgm:spPr/>
      <dgm:t>
        <a:bodyPr/>
        <a:lstStyle/>
        <a:p>
          <a:endParaRPr lang="en-US"/>
        </a:p>
      </dgm:t>
    </dgm:pt>
    <dgm:pt modelId="{35A047B8-6C6A-4FFC-809E-073CC42434FE}" type="sibTrans" cxnId="{0D5C10F7-8733-4729-9D96-213AA2F29EED}">
      <dgm:prSet/>
      <dgm:spPr/>
      <dgm:t>
        <a:bodyPr/>
        <a:lstStyle/>
        <a:p>
          <a:endParaRPr lang="en-US"/>
        </a:p>
      </dgm:t>
    </dgm:pt>
    <dgm:pt modelId="{1C19D424-62AE-4252-BA7C-DAFF7B516DCB}">
      <dgm:prSet/>
      <dgm:spPr/>
      <dgm:t>
        <a:bodyPr/>
        <a:lstStyle/>
        <a:p>
          <a:r>
            <a:rPr lang="en-US"/>
            <a:t>Generated content persists between application sessions.</a:t>
          </a:r>
        </a:p>
      </dgm:t>
    </dgm:pt>
    <dgm:pt modelId="{BB2EEAEB-D507-46CD-A69B-C4A9241D7D6F}" type="parTrans" cxnId="{9AB2DC15-156C-4512-BBA2-D30D079902F7}">
      <dgm:prSet/>
      <dgm:spPr/>
      <dgm:t>
        <a:bodyPr/>
        <a:lstStyle/>
        <a:p>
          <a:endParaRPr lang="en-US"/>
        </a:p>
      </dgm:t>
    </dgm:pt>
    <dgm:pt modelId="{8E9EF4A6-ABE0-4C31-A15D-83CFBF495D11}" type="sibTrans" cxnId="{9AB2DC15-156C-4512-BBA2-D30D079902F7}">
      <dgm:prSet/>
      <dgm:spPr/>
      <dgm:t>
        <a:bodyPr/>
        <a:lstStyle/>
        <a:p>
          <a:endParaRPr lang="en-US"/>
        </a:p>
      </dgm:t>
    </dgm:pt>
    <dgm:pt modelId="{96CFA5CE-F2F0-4C59-92B2-0893BBFB89D5}">
      <dgm:prSet/>
      <dgm:spPr/>
      <dgm:t>
        <a:bodyPr/>
        <a:lstStyle/>
        <a:p>
          <a:r>
            <a:rPr lang="en-US"/>
            <a:t>Your progress is never lost when you close PreseMaker.</a:t>
          </a:r>
        </a:p>
      </dgm:t>
    </dgm:pt>
    <dgm:pt modelId="{AE9579E2-25F7-445E-9923-77D9B4DF8ED2}" type="parTrans" cxnId="{8A5F6AB9-AC24-4897-859D-A0D40517E2CD}">
      <dgm:prSet/>
      <dgm:spPr/>
      <dgm:t>
        <a:bodyPr/>
        <a:lstStyle/>
        <a:p>
          <a:endParaRPr lang="en-US"/>
        </a:p>
      </dgm:t>
    </dgm:pt>
    <dgm:pt modelId="{72AB2B5F-6605-4DC3-8D33-182D496131EA}" type="sibTrans" cxnId="{8A5F6AB9-AC24-4897-859D-A0D40517E2CD}">
      <dgm:prSet/>
      <dgm:spPr/>
      <dgm:t>
        <a:bodyPr/>
        <a:lstStyle/>
        <a:p>
          <a:endParaRPr lang="en-US"/>
        </a:p>
      </dgm:t>
    </dgm:pt>
    <dgm:pt modelId="{1BF5F931-23A8-4122-A072-A0F7853FAE66}" type="pres">
      <dgm:prSet presAssocID="{C280884D-A760-45CA-B807-F3920EFEA72F}" presName="linear" presStyleCnt="0">
        <dgm:presLayoutVars>
          <dgm:animLvl val="lvl"/>
          <dgm:resizeHandles val="exact"/>
        </dgm:presLayoutVars>
      </dgm:prSet>
      <dgm:spPr/>
    </dgm:pt>
    <dgm:pt modelId="{D9B9D829-16DD-45C9-93A4-30756196FE80}" type="pres">
      <dgm:prSet presAssocID="{EA55F9FE-137E-431C-BECD-DE7021199B75}" presName="parentText" presStyleLbl="node1" presStyleIdx="0" presStyleCnt="5">
        <dgm:presLayoutVars>
          <dgm:chMax val="0"/>
          <dgm:bulletEnabled val="1"/>
        </dgm:presLayoutVars>
      </dgm:prSet>
      <dgm:spPr/>
    </dgm:pt>
    <dgm:pt modelId="{541A52DD-B721-4F4C-BE00-ECEF63781B7C}" type="pres">
      <dgm:prSet presAssocID="{93AEE9CD-E728-4DC8-BCA7-CBE993DF1CFF}" presName="spacer" presStyleCnt="0"/>
      <dgm:spPr/>
    </dgm:pt>
    <dgm:pt modelId="{CA6B5CE9-6941-40E3-90D4-AD09C3E1644B}" type="pres">
      <dgm:prSet presAssocID="{2389277B-C87D-402D-827D-A044BA0EE039}" presName="parentText" presStyleLbl="node1" presStyleIdx="1" presStyleCnt="5">
        <dgm:presLayoutVars>
          <dgm:chMax val="0"/>
          <dgm:bulletEnabled val="1"/>
        </dgm:presLayoutVars>
      </dgm:prSet>
      <dgm:spPr/>
    </dgm:pt>
    <dgm:pt modelId="{5AAB10C2-E922-4CA3-8FC3-36A8C35605BE}" type="pres">
      <dgm:prSet presAssocID="{7D76B2D3-416C-4A84-82F5-9D3E2E7A5A6A}" presName="spacer" presStyleCnt="0"/>
      <dgm:spPr/>
    </dgm:pt>
    <dgm:pt modelId="{9062B9DD-849E-4375-BE54-530CA2B550AE}" type="pres">
      <dgm:prSet presAssocID="{D8C7ECF6-4771-4106-BA65-3FC8E1A5280F}" presName="parentText" presStyleLbl="node1" presStyleIdx="2" presStyleCnt="5">
        <dgm:presLayoutVars>
          <dgm:chMax val="0"/>
          <dgm:bulletEnabled val="1"/>
        </dgm:presLayoutVars>
      </dgm:prSet>
      <dgm:spPr/>
    </dgm:pt>
    <dgm:pt modelId="{CCB42EF6-C5F1-4F23-8543-3971895BD719}" type="pres">
      <dgm:prSet presAssocID="{35A047B8-6C6A-4FFC-809E-073CC42434FE}" presName="spacer" presStyleCnt="0"/>
      <dgm:spPr/>
    </dgm:pt>
    <dgm:pt modelId="{8801B34A-50AD-4273-A2DC-F8CA3B000CA9}" type="pres">
      <dgm:prSet presAssocID="{1C19D424-62AE-4252-BA7C-DAFF7B516DCB}" presName="parentText" presStyleLbl="node1" presStyleIdx="3" presStyleCnt="5">
        <dgm:presLayoutVars>
          <dgm:chMax val="0"/>
          <dgm:bulletEnabled val="1"/>
        </dgm:presLayoutVars>
      </dgm:prSet>
      <dgm:spPr/>
    </dgm:pt>
    <dgm:pt modelId="{D7AE4C75-4ACD-4679-A204-202C1CB11794}" type="pres">
      <dgm:prSet presAssocID="{8E9EF4A6-ABE0-4C31-A15D-83CFBF495D11}" presName="spacer" presStyleCnt="0"/>
      <dgm:spPr/>
    </dgm:pt>
    <dgm:pt modelId="{57CA0567-F8D2-49CE-9C54-25C45A128E28}" type="pres">
      <dgm:prSet presAssocID="{96CFA5CE-F2F0-4C59-92B2-0893BBFB89D5}" presName="parentText" presStyleLbl="node1" presStyleIdx="4" presStyleCnt="5">
        <dgm:presLayoutVars>
          <dgm:chMax val="0"/>
          <dgm:bulletEnabled val="1"/>
        </dgm:presLayoutVars>
      </dgm:prSet>
      <dgm:spPr/>
    </dgm:pt>
  </dgm:ptLst>
  <dgm:cxnLst>
    <dgm:cxn modelId="{1DB13500-1C15-46DA-8DEB-6C0C7E5AC00A}" type="presOf" srcId="{1C19D424-62AE-4252-BA7C-DAFF7B516DCB}" destId="{8801B34A-50AD-4273-A2DC-F8CA3B000CA9}" srcOrd="0" destOrd="0" presId="urn:microsoft.com/office/officeart/2005/8/layout/vList2"/>
    <dgm:cxn modelId="{9AB2DC15-156C-4512-BBA2-D30D079902F7}" srcId="{C280884D-A760-45CA-B807-F3920EFEA72F}" destId="{1C19D424-62AE-4252-BA7C-DAFF7B516DCB}" srcOrd="3" destOrd="0" parTransId="{BB2EEAEB-D507-46CD-A69B-C4A9241D7D6F}" sibTransId="{8E9EF4A6-ABE0-4C31-A15D-83CFBF495D11}"/>
    <dgm:cxn modelId="{2AA9E420-88D1-480C-BDAE-34CC88D09AE3}" type="presOf" srcId="{EA55F9FE-137E-431C-BECD-DE7021199B75}" destId="{D9B9D829-16DD-45C9-93A4-30756196FE80}" srcOrd="0" destOrd="0" presId="urn:microsoft.com/office/officeart/2005/8/layout/vList2"/>
    <dgm:cxn modelId="{3CFD8C43-3188-47FB-91EA-59B532B160E5}" srcId="{C280884D-A760-45CA-B807-F3920EFEA72F}" destId="{2389277B-C87D-402D-827D-A044BA0EE039}" srcOrd="1" destOrd="0" parTransId="{AAA81538-A46D-4868-83D3-194F6D3E0570}" sibTransId="{7D76B2D3-416C-4A84-82F5-9D3E2E7A5A6A}"/>
    <dgm:cxn modelId="{DA2C5B73-C23B-4274-B5CB-7D466460C524}" type="presOf" srcId="{C280884D-A760-45CA-B807-F3920EFEA72F}" destId="{1BF5F931-23A8-4122-A072-A0F7853FAE66}" srcOrd="0" destOrd="0" presId="urn:microsoft.com/office/officeart/2005/8/layout/vList2"/>
    <dgm:cxn modelId="{6284948E-F154-426A-878B-91AE4F1C4698}" type="presOf" srcId="{D8C7ECF6-4771-4106-BA65-3FC8E1A5280F}" destId="{9062B9DD-849E-4375-BE54-530CA2B550AE}" srcOrd="0" destOrd="0" presId="urn:microsoft.com/office/officeart/2005/8/layout/vList2"/>
    <dgm:cxn modelId="{8A5F6AB9-AC24-4897-859D-A0D40517E2CD}" srcId="{C280884D-A760-45CA-B807-F3920EFEA72F}" destId="{96CFA5CE-F2F0-4C59-92B2-0893BBFB89D5}" srcOrd="4" destOrd="0" parTransId="{AE9579E2-25F7-445E-9923-77D9B4DF8ED2}" sibTransId="{72AB2B5F-6605-4DC3-8D33-182D496131EA}"/>
    <dgm:cxn modelId="{DD4794DA-BB1A-4E78-B5E7-9D7D4562C0BE}" srcId="{C280884D-A760-45CA-B807-F3920EFEA72F}" destId="{EA55F9FE-137E-431C-BECD-DE7021199B75}" srcOrd="0" destOrd="0" parTransId="{7C656CDE-41A0-407E-9646-92F42C421911}" sibTransId="{93AEE9CD-E728-4DC8-BCA7-CBE993DF1CFF}"/>
    <dgm:cxn modelId="{7A8ECDE7-AC11-46EA-8C2A-7F010916CA72}" type="presOf" srcId="{2389277B-C87D-402D-827D-A044BA0EE039}" destId="{CA6B5CE9-6941-40E3-90D4-AD09C3E1644B}" srcOrd="0" destOrd="0" presId="urn:microsoft.com/office/officeart/2005/8/layout/vList2"/>
    <dgm:cxn modelId="{7ECF29F6-5E00-46F4-8EC9-AEE1D1E2E776}" type="presOf" srcId="{96CFA5CE-F2F0-4C59-92B2-0893BBFB89D5}" destId="{57CA0567-F8D2-49CE-9C54-25C45A128E28}" srcOrd="0" destOrd="0" presId="urn:microsoft.com/office/officeart/2005/8/layout/vList2"/>
    <dgm:cxn modelId="{0D5C10F7-8733-4729-9D96-213AA2F29EED}" srcId="{C280884D-A760-45CA-B807-F3920EFEA72F}" destId="{D8C7ECF6-4771-4106-BA65-3FC8E1A5280F}" srcOrd="2" destOrd="0" parTransId="{470C404B-AD23-4987-B10D-C922783C459B}" sibTransId="{35A047B8-6C6A-4FFC-809E-073CC42434FE}"/>
    <dgm:cxn modelId="{14E88B2F-8315-4AAC-9C92-C3FEB12BD98F}" type="presParOf" srcId="{1BF5F931-23A8-4122-A072-A0F7853FAE66}" destId="{D9B9D829-16DD-45C9-93A4-30756196FE80}" srcOrd="0" destOrd="0" presId="urn:microsoft.com/office/officeart/2005/8/layout/vList2"/>
    <dgm:cxn modelId="{1CF20FB5-9ADB-4923-A1DF-26140C07BA98}" type="presParOf" srcId="{1BF5F931-23A8-4122-A072-A0F7853FAE66}" destId="{541A52DD-B721-4F4C-BE00-ECEF63781B7C}" srcOrd="1" destOrd="0" presId="urn:microsoft.com/office/officeart/2005/8/layout/vList2"/>
    <dgm:cxn modelId="{F660D21C-BED0-4868-B622-22F3ED328BA6}" type="presParOf" srcId="{1BF5F931-23A8-4122-A072-A0F7853FAE66}" destId="{CA6B5CE9-6941-40E3-90D4-AD09C3E1644B}" srcOrd="2" destOrd="0" presId="urn:microsoft.com/office/officeart/2005/8/layout/vList2"/>
    <dgm:cxn modelId="{067EAE03-CD12-405E-80C3-71971031888A}" type="presParOf" srcId="{1BF5F931-23A8-4122-A072-A0F7853FAE66}" destId="{5AAB10C2-E922-4CA3-8FC3-36A8C35605BE}" srcOrd="3" destOrd="0" presId="urn:microsoft.com/office/officeart/2005/8/layout/vList2"/>
    <dgm:cxn modelId="{72852C2E-94F3-415A-9117-2EE067CEADD3}" type="presParOf" srcId="{1BF5F931-23A8-4122-A072-A0F7853FAE66}" destId="{9062B9DD-849E-4375-BE54-530CA2B550AE}" srcOrd="4" destOrd="0" presId="urn:microsoft.com/office/officeart/2005/8/layout/vList2"/>
    <dgm:cxn modelId="{D5D5A0AB-D360-4058-9179-5865522B967C}" type="presParOf" srcId="{1BF5F931-23A8-4122-A072-A0F7853FAE66}" destId="{CCB42EF6-C5F1-4F23-8543-3971895BD719}" srcOrd="5" destOrd="0" presId="urn:microsoft.com/office/officeart/2005/8/layout/vList2"/>
    <dgm:cxn modelId="{291A8336-18A7-4187-AB9E-98E5F1EE7827}" type="presParOf" srcId="{1BF5F931-23A8-4122-A072-A0F7853FAE66}" destId="{8801B34A-50AD-4273-A2DC-F8CA3B000CA9}" srcOrd="6" destOrd="0" presId="urn:microsoft.com/office/officeart/2005/8/layout/vList2"/>
    <dgm:cxn modelId="{5267D86F-6DCB-45B9-BE5C-E2CFA6B5E75D}" type="presParOf" srcId="{1BF5F931-23A8-4122-A072-A0F7853FAE66}" destId="{D7AE4C75-4ACD-4679-A204-202C1CB11794}" srcOrd="7" destOrd="0" presId="urn:microsoft.com/office/officeart/2005/8/layout/vList2"/>
    <dgm:cxn modelId="{51F5906D-5C70-4B44-9DC2-A8790B9553C5}" type="presParOf" srcId="{1BF5F931-23A8-4122-A072-A0F7853FAE66}" destId="{57CA0567-F8D2-49CE-9C54-25C45A128E28}"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A380CB7-4C48-4D8A-B5DC-B6F17A6CADAE}"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9C0C7A69-5201-4164-BB99-E7C8DE9F5F17}">
      <dgm:prSet/>
      <dgm:spPr/>
      <dgm:t>
        <a:bodyPr/>
        <a:lstStyle/>
        <a:p>
          <a:r>
            <a:rPr lang="en-US"/>
            <a:t>All content is saved persistently between sessions.</a:t>
          </a:r>
        </a:p>
      </dgm:t>
    </dgm:pt>
    <dgm:pt modelId="{CD913D41-8868-410C-8E0C-CCE17CE798B0}" type="parTrans" cxnId="{7525EB62-CA4E-4732-8337-6D6F8100936C}">
      <dgm:prSet/>
      <dgm:spPr/>
      <dgm:t>
        <a:bodyPr/>
        <a:lstStyle/>
        <a:p>
          <a:endParaRPr lang="en-US"/>
        </a:p>
      </dgm:t>
    </dgm:pt>
    <dgm:pt modelId="{9324E17C-CD2D-438B-B9AC-55F2DAC7286A}" type="sibTrans" cxnId="{7525EB62-CA4E-4732-8337-6D6F8100936C}">
      <dgm:prSet/>
      <dgm:spPr/>
      <dgm:t>
        <a:bodyPr/>
        <a:lstStyle/>
        <a:p>
          <a:endParaRPr lang="en-US"/>
        </a:p>
      </dgm:t>
    </dgm:pt>
    <dgm:pt modelId="{AD1DA86A-8F79-4B76-9EC0-6FEC86C947D8}">
      <dgm:prSet/>
      <dgm:spPr/>
      <dgm:t>
        <a:bodyPr/>
        <a:lstStyle/>
        <a:p>
          <a:r>
            <a:rPr lang="en-US"/>
            <a:t>Completed materials are always available when you return.</a:t>
          </a:r>
        </a:p>
      </dgm:t>
    </dgm:pt>
    <dgm:pt modelId="{07862A55-79AA-425F-A521-C33B9CFE15CA}" type="parTrans" cxnId="{68B10A80-C654-4915-83BB-7109C3BC0578}">
      <dgm:prSet/>
      <dgm:spPr/>
      <dgm:t>
        <a:bodyPr/>
        <a:lstStyle/>
        <a:p>
          <a:endParaRPr lang="en-US"/>
        </a:p>
      </dgm:t>
    </dgm:pt>
    <dgm:pt modelId="{80B5F75F-D265-4293-9AB4-E56860963FD7}" type="sibTrans" cxnId="{68B10A80-C654-4915-83BB-7109C3BC0578}">
      <dgm:prSet/>
      <dgm:spPr/>
      <dgm:t>
        <a:bodyPr/>
        <a:lstStyle/>
        <a:p>
          <a:endParaRPr lang="en-US"/>
        </a:p>
      </dgm:t>
    </dgm:pt>
    <dgm:pt modelId="{1F9D17A6-27A1-4699-A936-B871B685736D}">
      <dgm:prSet/>
      <dgm:spPr/>
      <dgm:t>
        <a:bodyPr/>
        <a:lstStyle/>
        <a:p>
          <a:r>
            <a:rPr lang="en-US"/>
            <a:t>Files remain on your machine until you choose to remove them.</a:t>
          </a:r>
        </a:p>
      </dgm:t>
    </dgm:pt>
    <dgm:pt modelId="{FD1D79A0-24FB-4AD9-A783-E49A6750BEBB}" type="parTrans" cxnId="{7519197A-9EEC-4A0A-A087-A1461A6377F0}">
      <dgm:prSet/>
      <dgm:spPr/>
      <dgm:t>
        <a:bodyPr/>
        <a:lstStyle/>
        <a:p>
          <a:endParaRPr lang="en-US"/>
        </a:p>
      </dgm:t>
    </dgm:pt>
    <dgm:pt modelId="{04D6DB10-AA08-42B3-91C4-AE368F1643E5}" type="sibTrans" cxnId="{7519197A-9EEC-4A0A-A087-A1461A6377F0}">
      <dgm:prSet/>
      <dgm:spPr/>
      <dgm:t>
        <a:bodyPr/>
        <a:lstStyle/>
        <a:p>
          <a:endParaRPr lang="en-US"/>
        </a:p>
      </dgm:t>
    </dgm:pt>
    <dgm:pt modelId="{164B0761-04FB-4771-8690-DD17FE73DB5F}">
      <dgm:prSet/>
      <dgm:spPr/>
      <dgm:t>
        <a:bodyPr/>
        <a:lstStyle/>
        <a:p>
          <a:r>
            <a:rPr lang="en-US"/>
            <a:t>Consistent file locations make retrieval straightforward.</a:t>
          </a:r>
        </a:p>
      </dgm:t>
    </dgm:pt>
    <dgm:pt modelId="{68F8E9EF-EE36-4CA2-8E98-5F58B9AE10D4}" type="parTrans" cxnId="{EE2B6A20-8B9C-4052-9AE4-731A39AA024C}">
      <dgm:prSet/>
      <dgm:spPr/>
      <dgm:t>
        <a:bodyPr/>
        <a:lstStyle/>
        <a:p>
          <a:endParaRPr lang="en-US"/>
        </a:p>
      </dgm:t>
    </dgm:pt>
    <dgm:pt modelId="{317BBFE8-23F2-458A-931E-E768BE5BE377}" type="sibTrans" cxnId="{EE2B6A20-8B9C-4052-9AE4-731A39AA024C}">
      <dgm:prSet/>
      <dgm:spPr/>
      <dgm:t>
        <a:bodyPr/>
        <a:lstStyle/>
        <a:p>
          <a:endParaRPr lang="en-US"/>
        </a:p>
      </dgm:t>
    </dgm:pt>
    <dgm:pt modelId="{F6F2DA89-4977-4DF5-8940-0EAAA0E99348}" type="pres">
      <dgm:prSet presAssocID="{7A380CB7-4C48-4D8A-B5DC-B6F17A6CADAE}" presName="linear" presStyleCnt="0">
        <dgm:presLayoutVars>
          <dgm:animLvl val="lvl"/>
          <dgm:resizeHandles val="exact"/>
        </dgm:presLayoutVars>
      </dgm:prSet>
      <dgm:spPr/>
    </dgm:pt>
    <dgm:pt modelId="{B7A5DEE9-A9DA-4165-94AB-643E4E519C7A}" type="pres">
      <dgm:prSet presAssocID="{9C0C7A69-5201-4164-BB99-E7C8DE9F5F17}" presName="parentText" presStyleLbl="node1" presStyleIdx="0" presStyleCnt="4">
        <dgm:presLayoutVars>
          <dgm:chMax val="0"/>
          <dgm:bulletEnabled val="1"/>
        </dgm:presLayoutVars>
      </dgm:prSet>
      <dgm:spPr/>
    </dgm:pt>
    <dgm:pt modelId="{C5911B70-FE19-4DB1-AECD-3DFB95A0B28F}" type="pres">
      <dgm:prSet presAssocID="{9324E17C-CD2D-438B-B9AC-55F2DAC7286A}" presName="spacer" presStyleCnt="0"/>
      <dgm:spPr/>
    </dgm:pt>
    <dgm:pt modelId="{ECC842BF-7134-4C1D-B75A-F8F4E7B7C5BE}" type="pres">
      <dgm:prSet presAssocID="{AD1DA86A-8F79-4B76-9EC0-6FEC86C947D8}" presName="parentText" presStyleLbl="node1" presStyleIdx="1" presStyleCnt="4">
        <dgm:presLayoutVars>
          <dgm:chMax val="0"/>
          <dgm:bulletEnabled val="1"/>
        </dgm:presLayoutVars>
      </dgm:prSet>
      <dgm:spPr/>
    </dgm:pt>
    <dgm:pt modelId="{09F5ED7D-3196-4AF2-88E0-295335615E58}" type="pres">
      <dgm:prSet presAssocID="{80B5F75F-D265-4293-9AB4-E56860963FD7}" presName="spacer" presStyleCnt="0"/>
      <dgm:spPr/>
    </dgm:pt>
    <dgm:pt modelId="{040291E1-097E-4639-983C-F176A88413FF}" type="pres">
      <dgm:prSet presAssocID="{1F9D17A6-27A1-4699-A936-B871B685736D}" presName="parentText" presStyleLbl="node1" presStyleIdx="2" presStyleCnt="4">
        <dgm:presLayoutVars>
          <dgm:chMax val="0"/>
          <dgm:bulletEnabled val="1"/>
        </dgm:presLayoutVars>
      </dgm:prSet>
      <dgm:spPr/>
    </dgm:pt>
    <dgm:pt modelId="{27DAC2B2-2E01-44D7-941C-300619257412}" type="pres">
      <dgm:prSet presAssocID="{04D6DB10-AA08-42B3-91C4-AE368F1643E5}" presName="spacer" presStyleCnt="0"/>
      <dgm:spPr/>
    </dgm:pt>
    <dgm:pt modelId="{1A5A8055-01F3-4F7D-BBFF-46A756677A17}" type="pres">
      <dgm:prSet presAssocID="{164B0761-04FB-4771-8690-DD17FE73DB5F}" presName="parentText" presStyleLbl="node1" presStyleIdx="3" presStyleCnt="4">
        <dgm:presLayoutVars>
          <dgm:chMax val="0"/>
          <dgm:bulletEnabled val="1"/>
        </dgm:presLayoutVars>
      </dgm:prSet>
      <dgm:spPr/>
    </dgm:pt>
  </dgm:ptLst>
  <dgm:cxnLst>
    <dgm:cxn modelId="{59BC3207-CF25-4108-8C61-D029F3994C7D}" type="presOf" srcId="{164B0761-04FB-4771-8690-DD17FE73DB5F}" destId="{1A5A8055-01F3-4F7D-BBFF-46A756677A17}" srcOrd="0" destOrd="0" presId="urn:microsoft.com/office/officeart/2005/8/layout/vList2"/>
    <dgm:cxn modelId="{B6712F0C-D81D-46EF-878C-3F6A5B2DC3A0}" type="presOf" srcId="{AD1DA86A-8F79-4B76-9EC0-6FEC86C947D8}" destId="{ECC842BF-7134-4C1D-B75A-F8F4E7B7C5BE}" srcOrd="0" destOrd="0" presId="urn:microsoft.com/office/officeart/2005/8/layout/vList2"/>
    <dgm:cxn modelId="{EE2B6A20-8B9C-4052-9AE4-731A39AA024C}" srcId="{7A380CB7-4C48-4D8A-B5DC-B6F17A6CADAE}" destId="{164B0761-04FB-4771-8690-DD17FE73DB5F}" srcOrd="3" destOrd="0" parTransId="{68F8E9EF-EE36-4CA2-8E98-5F58B9AE10D4}" sibTransId="{317BBFE8-23F2-458A-931E-E768BE5BE377}"/>
    <dgm:cxn modelId="{735A3641-0CE7-44A5-B9D5-69AA3CF7B155}" type="presOf" srcId="{7A380CB7-4C48-4D8A-B5DC-B6F17A6CADAE}" destId="{F6F2DA89-4977-4DF5-8940-0EAAA0E99348}" srcOrd="0" destOrd="0" presId="urn:microsoft.com/office/officeart/2005/8/layout/vList2"/>
    <dgm:cxn modelId="{7525EB62-CA4E-4732-8337-6D6F8100936C}" srcId="{7A380CB7-4C48-4D8A-B5DC-B6F17A6CADAE}" destId="{9C0C7A69-5201-4164-BB99-E7C8DE9F5F17}" srcOrd="0" destOrd="0" parTransId="{CD913D41-8868-410C-8E0C-CCE17CE798B0}" sibTransId="{9324E17C-CD2D-438B-B9AC-55F2DAC7286A}"/>
    <dgm:cxn modelId="{7519197A-9EEC-4A0A-A087-A1461A6377F0}" srcId="{7A380CB7-4C48-4D8A-B5DC-B6F17A6CADAE}" destId="{1F9D17A6-27A1-4699-A936-B871B685736D}" srcOrd="2" destOrd="0" parTransId="{FD1D79A0-24FB-4AD9-A783-E49A6750BEBB}" sibTransId="{04D6DB10-AA08-42B3-91C4-AE368F1643E5}"/>
    <dgm:cxn modelId="{68B10A80-C654-4915-83BB-7109C3BC0578}" srcId="{7A380CB7-4C48-4D8A-B5DC-B6F17A6CADAE}" destId="{AD1DA86A-8F79-4B76-9EC0-6FEC86C947D8}" srcOrd="1" destOrd="0" parTransId="{07862A55-79AA-425F-A521-C33B9CFE15CA}" sibTransId="{80B5F75F-D265-4293-9AB4-E56860963FD7}"/>
    <dgm:cxn modelId="{30B00A8E-8333-4A67-ACA5-2037EDFECFCD}" type="presOf" srcId="{9C0C7A69-5201-4164-BB99-E7C8DE9F5F17}" destId="{B7A5DEE9-A9DA-4165-94AB-643E4E519C7A}" srcOrd="0" destOrd="0" presId="urn:microsoft.com/office/officeart/2005/8/layout/vList2"/>
    <dgm:cxn modelId="{D433CDF7-957C-4443-A6FA-55FCFB85900D}" type="presOf" srcId="{1F9D17A6-27A1-4699-A936-B871B685736D}" destId="{040291E1-097E-4639-983C-F176A88413FF}" srcOrd="0" destOrd="0" presId="urn:microsoft.com/office/officeart/2005/8/layout/vList2"/>
    <dgm:cxn modelId="{8F0B2583-C635-4688-A7EA-081DC9476EB4}" type="presParOf" srcId="{F6F2DA89-4977-4DF5-8940-0EAAA0E99348}" destId="{B7A5DEE9-A9DA-4165-94AB-643E4E519C7A}" srcOrd="0" destOrd="0" presId="urn:microsoft.com/office/officeart/2005/8/layout/vList2"/>
    <dgm:cxn modelId="{07D0FA4A-A030-4038-A069-19F272BC0937}" type="presParOf" srcId="{F6F2DA89-4977-4DF5-8940-0EAAA0E99348}" destId="{C5911B70-FE19-4DB1-AECD-3DFB95A0B28F}" srcOrd="1" destOrd="0" presId="urn:microsoft.com/office/officeart/2005/8/layout/vList2"/>
    <dgm:cxn modelId="{8B15293C-723D-4923-A610-8EB0ADBEB3BD}" type="presParOf" srcId="{F6F2DA89-4977-4DF5-8940-0EAAA0E99348}" destId="{ECC842BF-7134-4C1D-B75A-F8F4E7B7C5BE}" srcOrd="2" destOrd="0" presId="urn:microsoft.com/office/officeart/2005/8/layout/vList2"/>
    <dgm:cxn modelId="{02E4AB8A-8B14-4B13-A303-B16813DF27AD}" type="presParOf" srcId="{F6F2DA89-4977-4DF5-8940-0EAAA0E99348}" destId="{09F5ED7D-3196-4AF2-88E0-295335615E58}" srcOrd="3" destOrd="0" presId="urn:microsoft.com/office/officeart/2005/8/layout/vList2"/>
    <dgm:cxn modelId="{C0A7417C-D763-4789-A146-F09A7482859D}" type="presParOf" srcId="{F6F2DA89-4977-4DF5-8940-0EAAA0E99348}" destId="{040291E1-097E-4639-983C-F176A88413FF}" srcOrd="4" destOrd="0" presId="urn:microsoft.com/office/officeart/2005/8/layout/vList2"/>
    <dgm:cxn modelId="{CFFDFC4B-F64E-44DD-8E61-E868342ED6EC}" type="presParOf" srcId="{F6F2DA89-4977-4DF5-8940-0EAAA0E99348}" destId="{27DAC2B2-2E01-44D7-941C-300619257412}" srcOrd="5" destOrd="0" presId="urn:microsoft.com/office/officeart/2005/8/layout/vList2"/>
    <dgm:cxn modelId="{6B428902-6057-43DD-B5BC-55CFBC69B9A7}" type="presParOf" srcId="{F6F2DA89-4977-4DF5-8940-0EAAA0E99348}" destId="{1A5A8055-01F3-4F7D-BBFF-46A756677A17}"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FA6AC81-9EF5-482F-85FC-77652A76F90D}"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E634CD56-28C4-4953-8BAE-EC40D729C069}">
      <dgm:prSet/>
      <dgm:spPr/>
      <dgm:t>
        <a:bodyPr/>
        <a:lstStyle/>
        <a:p>
          <a:r>
            <a:rPr lang="en-US"/>
            <a:t>Courses → Modules → Topics → Generated Materials.</a:t>
          </a:r>
        </a:p>
      </dgm:t>
    </dgm:pt>
    <dgm:pt modelId="{5B9C5F06-463C-4EB2-A57A-B1A7A2C7B3AA}" type="parTrans" cxnId="{AF546D10-F124-4684-86B1-7CC60E696C3A}">
      <dgm:prSet/>
      <dgm:spPr/>
      <dgm:t>
        <a:bodyPr/>
        <a:lstStyle/>
        <a:p>
          <a:endParaRPr lang="en-US"/>
        </a:p>
      </dgm:t>
    </dgm:pt>
    <dgm:pt modelId="{08AA1587-0633-42EF-933D-A8C2BE8344B4}" type="sibTrans" cxnId="{AF546D10-F124-4684-86B1-7CC60E696C3A}">
      <dgm:prSet/>
      <dgm:spPr/>
      <dgm:t>
        <a:bodyPr/>
        <a:lstStyle/>
        <a:p>
          <a:endParaRPr lang="en-US"/>
        </a:p>
      </dgm:t>
    </dgm:pt>
    <dgm:pt modelId="{604FF116-04DA-4539-8189-E960AE0475C8}">
      <dgm:prSet/>
      <dgm:spPr/>
      <dgm:t>
        <a:bodyPr/>
        <a:lstStyle/>
        <a:p>
          <a:r>
            <a:rPr lang="en-US"/>
            <a:t>Each level supports and informs the levels below it.</a:t>
          </a:r>
        </a:p>
      </dgm:t>
    </dgm:pt>
    <dgm:pt modelId="{52CDD1F8-9E2A-4F55-9B32-4E782DB96B72}" type="parTrans" cxnId="{7527166C-04FB-4910-96D2-E8B7AE371EAE}">
      <dgm:prSet/>
      <dgm:spPr/>
      <dgm:t>
        <a:bodyPr/>
        <a:lstStyle/>
        <a:p>
          <a:endParaRPr lang="en-US"/>
        </a:p>
      </dgm:t>
    </dgm:pt>
    <dgm:pt modelId="{EB01E430-F6FD-4BF4-AC60-17392D382E76}" type="sibTrans" cxnId="{7527166C-04FB-4910-96D2-E8B7AE371EAE}">
      <dgm:prSet/>
      <dgm:spPr/>
      <dgm:t>
        <a:bodyPr/>
        <a:lstStyle/>
        <a:p>
          <a:endParaRPr lang="en-US"/>
        </a:p>
      </dgm:t>
    </dgm:pt>
    <dgm:pt modelId="{C9269631-1FCB-4974-9877-36CF67482F94}">
      <dgm:prSet/>
      <dgm:spPr/>
      <dgm:t>
        <a:bodyPr/>
        <a:lstStyle/>
        <a:p>
          <a:r>
            <a:rPr lang="en-US"/>
            <a:t>Files are saved locally in a mirrored folder structure.</a:t>
          </a:r>
        </a:p>
      </dgm:t>
    </dgm:pt>
    <dgm:pt modelId="{1B87D6A5-8144-4C74-8166-68CDCFE33902}" type="parTrans" cxnId="{D9F36DDE-C7F4-4C3B-A819-D7709D843B9F}">
      <dgm:prSet/>
      <dgm:spPr/>
      <dgm:t>
        <a:bodyPr/>
        <a:lstStyle/>
        <a:p>
          <a:endParaRPr lang="en-US"/>
        </a:p>
      </dgm:t>
    </dgm:pt>
    <dgm:pt modelId="{FF0E0396-38EA-4E26-A08F-0A47A4EDCDE8}" type="sibTrans" cxnId="{D9F36DDE-C7F4-4C3B-A819-D7709D843B9F}">
      <dgm:prSet/>
      <dgm:spPr/>
      <dgm:t>
        <a:bodyPr/>
        <a:lstStyle/>
        <a:p>
          <a:endParaRPr lang="en-US"/>
        </a:p>
      </dgm:t>
    </dgm:pt>
    <dgm:pt modelId="{FF63F6BE-1C78-4F26-B72F-829A22FD763B}">
      <dgm:prSet/>
      <dgm:spPr/>
      <dgm:t>
        <a:bodyPr/>
        <a:lstStyle/>
        <a:p>
          <a:r>
            <a:rPr lang="en-US"/>
            <a:t>You retain full ownership of all generated content.</a:t>
          </a:r>
        </a:p>
      </dgm:t>
    </dgm:pt>
    <dgm:pt modelId="{95F50C74-8943-4308-94FE-33E89DCAD592}" type="parTrans" cxnId="{CF4F2045-FB30-4917-B3FA-09DC48203141}">
      <dgm:prSet/>
      <dgm:spPr/>
      <dgm:t>
        <a:bodyPr/>
        <a:lstStyle/>
        <a:p>
          <a:endParaRPr lang="en-US"/>
        </a:p>
      </dgm:t>
    </dgm:pt>
    <dgm:pt modelId="{3D20CBE5-4CB2-4EC0-9C2B-747211A3A38F}" type="sibTrans" cxnId="{CF4F2045-FB30-4917-B3FA-09DC48203141}">
      <dgm:prSet/>
      <dgm:spPr/>
      <dgm:t>
        <a:bodyPr/>
        <a:lstStyle/>
        <a:p>
          <a:endParaRPr lang="en-US"/>
        </a:p>
      </dgm:t>
    </dgm:pt>
    <dgm:pt modelId="{8E32C97C-2595-4E12-B2C6-552D7AAED500}">
      <dgm:prSet/>
      <dgm:spPr/>
      <dgm:t>
        <a:bodyPr/>
        <a:lstStyle/>
        <a:p>
          <a:r>
            <a:rPr lang="en-US"/>
            <a:t>A consistent structure ensures long-term access and control.</a:t>
          </a:r>
        </a:p>
      </dgm:t>
    </dgm:pt>
    <dgm:pt modelId="{647CA3C3-E830-4C29-BFEE-4CDDEE678F3C}" type="parTrans" cxnId="{69821342-01AC-49B8-A540-9FDA532462F4}">
      <dgm:prSet/>
      <dgm:spPr/>
      <dgm:t>
        <a:bodyPr/>
        <a:lstStyle/>
        <a:p>
          <a:endParaRPr lang="en-US"/>
        </a:p>
      </dgm:t>
    </dgm:pt>
    <dgm:pt modelId="{DB22E09B-8214-4DFA-A663-2B1E7C7E384D}" type="sibTrans" cxnId="{69821342-01AC-49B8-A540-9FDA532462F4}">
      <dgm:prSet/>
      <dgm:spPr/>
      <dgm:t>
        <a:bodyPr/>
        <a:lstStyle/>
        <a:p>
          <a:endParaRPr lang="en-US"/>
        </a:p>
      </dgm:t>
    </dgm:pt>
    <dgm:pt modelId="{849C5074-C279-47CA-BCBA-C75638721170}" type="pres">
      <dgm:prSet presAssocID="{4FA6AC81-9EF5-482F-85FC-77652A76F90D}" presName="linear" presStyleCnt="0">
        <dgm:presLayoutVars>
          <dgm:animLvl val="lvl"/>
          <dgm:resizeHandles val="exact"/>
        </dgm:presLayoutVars>
      </dgm:prSet>
      <dgm:spPr/>
    </dgm:pt>
    <dgm:pt modelId="{B88B1094-1D5F-4B82-9FDE-2F90455B5DAD}" type="pres">
      <dgm:prSet presAssocID="{E634CD56-28C4-4953-8BAE-EC40D729C069}" presName="parentText" presStyleLbl="node1" presStyleIdx="0" presStyleCnt="5">
        <dgm:presLayoutVars>
          <dgm:chMax val="0"/>
          <dgm:bulletEnabled val="1"/>
        </dgm:presLayoutVars>
      </dgm:prSet>
      <dgm:spPr/>
    </dgm:pt>
    <dgm:pt modelId="{808C4CC9-85C0-4D67-B00A-F3CFAFD09E3A}" type="pres">
      <dgm:prSet presAssocID="{08AA1587-0633-42EF-933D-A8C2BE8344B4}" presName="spacer" presStyleCnt="0"/>
      <dgm:spPr/>
    </dgm:pt>
    <dgm:pt modelId="{EB56A9AC-B857-49D6-91C9-E1E246D83B3F}" type="pres">
      <dgm:prSet presAssocID="{604FF116-04DA-4539-8189-E960AE0475C8}" presName="parentText" presStyleLbl="node1" presStyleIdx="1" presStyleCnt="5">
        <dgm:presLayoutVars>
          <dgm:chMax val="0"/>
          <dgm:bulletEnabled val="1"/>
        </dgm:presLayoutVars>
      </dgm:prSet>
      <dgm:spPr/>
    </dgm:pt>
    <dgm:pt modelId="{C11CDFB1-582E-49B7-9140-E62C3A3DD25E}" type="pres">
      <dgm:prSet presAssocID="{EB01E430-F6FD-4BF4-AC60-17392D382E76}" presName="spacer" presStyleCnt="0"/>
      <dgm:spPr/>
    </dgm:pt>
    <dgm:pt modelId="{7898D935-CB55-4877-AFB5-88EB4FE66D92}" type="pres">
      <dgm:prSet presAssocID="{C9269631-1FCB-4974-9877-36CF67482F94}" presName="parentText" presStyleLbl="node1" presStyleIdx="2" presStyleCnt="5">
        <dgm:presLayoutVars>
          <dgm:chMax val="0"/>
          <dgm:bulletEnabled val="1"/>
        </dgm:presLayoutVars>
      </dgm:prSet>
      <dgm:spPr/>
    </dgm:pt>
    <dgm:pt modelId="{D45D6B5D-C4DF-41FE-9215-9F8CC85C11D7}" type="pres">
      <dgm:prSet presAssocID="{FF0E0396-38EA-4E26-A08F-0A47A4EDCDE8}" presName="spacer" presStyleCnt="0"/>
      <dgm:spPr/>
    </dgm:pt>
    <dgm:pt modelId="{40879C98-9BBF-4672-B000-EA68C2366D48}" type="pres">
      <dgm:prSet presAssocID="{FF63F6BE-1C78-4F26-B72F-829A22FD763B}" presName="parentText" presStyleLbl="node1" presStyleIdx="3" presStyleCnt="5">
        <dgm:presLayoutVars>
          <dgm:chMax val="0"/>
          <dgm:bulletEnabled val="1"/>
        </dgm:presLayoutVars>
      </dgm:prSet>
      <dgm:spPr/>
    </dgm:pt>
    <dgm:pt modelId="{88BE7A3A-56D1-40DE-ACDB-DB674880E9D6}" type="pres">
      <dgm:prSet presAssocID="{3D20CBE5-4CB2-4EC0-9C2B-747211A3A38F}" presName="spacer" presStyleCnt="0"/>
      <dgm:spPr/>
    </dgm:pt>
    <dgm:pt modelId="{779FC73C-380A-4BA2-8D94-47B0EA7F9DB6}" type="pres">
      <dgm:prSet presAssocID="{8E32C97C-2595-4E12-B2C6-552D7AAED500}" presName="parentText" presStyleLbl="node1" presStyleIdx="4" presStyleCnt="5">
        <dgm:presLayoutVars>
          <dgm:chMax val="0"/>
          <dgm:bulletEnabled val="1"/>
        </dgm:presLayoutVars>
      </dgm:prSet>
      <dgm:spPr/>
    </dgm:pt>
  </dgm:ptLst>
  <dgm:cxnLst>
    <dgm:cxn modelId="{AD28C906-4A41-487C-B63B-AC1AB398B25A}" type="presOf" srcId="{604FF116-04DA-4539-8189-E960AE0475C8}" destId="{EB56A9AC-B857-49D6-91C9-E1E246D83B3F}" srcOrd="0" destOrd="0" presId="urn:microsoft.com/office/officeart/2005/8/layout/vList2"/>
    <dgm:cxn modelId="{AF546D10-F124-4684-86B1-7CC60E696C3A}" srcId="{4FA6AC81-9EF5-482F-85FC-77652A76F90D}" destId="{E634CD56-28C4-4953-8BAE-EC40D729C069}" srcOrd="0" destOrd="0" parTransId="{5B9C5F06-463C-4EB2-A57A-B1A7A2C7B3AA}" sibTransId="{08AA1587-0633-42EF-933D-A8C2BE8344B4}"/>
    <dgm:cxn modelId="{E5EA5E30-5914-4DF4-841B-DF443290847F}" type="presOf" srcId="{C9269631-1FCB-4974-9877-36CF67482F94}" destId="{7898D935-CB55-4877-AFB5-88EB4FE66D92}" srcOrd="0" destOrd="0" presId="urn:microsoft.com/office/officeart/2005/8/layout/vList2"/>
    <dgm:cxn modelId="{69821342-01AC-49B8-A540-9FDA532462F4}" srcId="{4FA6AC81-9EF5-482F-85FC-77652A76F90D}" destId="{8E32C97C-2595-4E12-B2C6-552D7AAED500}" srcOrd="4" destOrd="0" parTransId="{647CA3C3-E830-4C29-BFEE-4CDDEE678F3C}" sibTransId="{DB22E09B-8214-4DFA-A663-2B1E7C7E384D}"/>
    <dgm:cxn modelId="{CF4F2045-FB30-4917-B3FA-09DC48203141}" srcId="{4FA6AC81-9EF5-482F-85FC-77652A76F90D}" destId="{FF63F6BE-1C78-4F26-B72F-829A22FD763B}" srcOrd="3" destOrd="0" parTransId="{95F50C74-8943-4308-94FE-33E89DCAD592}" sibTransId="{3D20CBE5-4CB2-4EC0-9C2B-747211A3A38F}"/>
    <dgm:cxn modelId="{CCF59847-55DE-496A-9F6A-150055D08B45}" type="presOf" srcId="{4FA6AC81-9EF5-482F-85FC-77652A76F90D}" destId="{849C5074-C279-47CA-BCBA-C75638721170}" srcOrd="0" destOrd="0" presId="urn:microsoft.com/office/officeart/2005/8/layout/vList2"/>
    <dgm:cxn modelId="{7527166C-04FB-4910-96D2-E8B7AE371EAE}" srcId="{4FA6AC81-9EF5-482F-85FC-77652A76F90D}" destId="{604FF116-04DA-4539-8189-E960AE0475C8}" srcOrd="1" destOrd="0" parTransId="{52CDD1F8-9E2A-4F55-9B32-4E782DB96B72}" sibTransId="{EB01E430-F6FD-4BF4-AC60-17392D382E76}"/>
    <dgm:cxn modelId="{EFFAFE4E-F7C1-4ACF-A893-BB8FFBEF2121}" type="presOf" srcId="{FF63F6BE-1C78-4F26-B72F-829A22FD763B}" destId="{40879C98-9BBF-4672-B000-EA68C2366D48}" srcOrd="0" destOrd="0" presId="urn:microsoft.com/office/officeart/2005/8/layout/vList2"/>
    <dgm:cxn modelId="{75B69F77-A091-4FEA-838F-E65D7B59695E}" type="presOf" srcId="{8E32C97C-2595-4E12-B2C6-552D7AAED500}" destId="{779FC73C-380A-4BA2-8D94-47B0EA7F9DB6}" srcOrd="0" destOrd="0" presId="urn:microsoft.com/office/officeart/2005/8/layout/vList2"/>
    <dgm:cxn modelId="{D9F36DDE-C7F4-4C3B-A819-D7709D843B9F}" srcId="{4FA6AC81-9EF5-482F-85FC-77652A76F90D}" destId="{C9269631-1FCB-4974-9877-36CF67482F94}" srcOrd="2" destOrd="0" parTransId="{1B87D6A5-8144-4C74-8166-68CDCFE33902}" sibTransId="{FF0E0396-38EA-4E26-A08F-0A47A4EDCDE8}"/>
    <dgm:cxn modelId="{C34C5ADF-0C0F-4951-B01D-8B0615432FD2}" type="presOf" srcId="{E634CD56-28C4-4953-8BAE-EC40D729C069}" destId="{B88B1094-1D5F-4B82-9FDE-2F90455B5DAD}" srcOrd="0" destOrd="0" presId="urn:microsoft.com/office/officeart/2005/8/layout/vList2"/>
    <dgm:cxn modelId="{FA25C3F0-8289-4E8B-90D0-E01368048C3D}" type="presParOf" srcId="{849C5074-C279-47CA-BCBA-C75638721170}" destId="{B88B1094-1D5F-4B82-9FDE-2F90455B5DAD}" srcOrd="0" destOrd="0" presId="urn:microsoft.com/office/officeart/2005/8/layout/vList2"/>
    <dgm:cxn modelId="{E7C0AABB-72D3-4D5D-9E27-B53D82FFFF67}" type="presParOf" srcId="{849C5074-C279-47CA-BCBA-C75638721170}" destId="{808C4CC9-85C0-4D67-B00A-F3CFAFD09E3A}" srcOrd="1" destOrd="0" presId="urn:microsoft.com/office/officeart/2005/8/layout/vList2"/>
    <dgm:cxn modelId="{2892A952-B76A-4FF4-B9A9-F98693BB2A3A}" type="presParOf" srcId="{849C5074-C279-47CA-BCBA-C75638721170}" destId="{EB56A9AC-B857-49D6-91C9-E1E246D83B3F}" srcOrd="2" destOrd="0" presId="urn:microsoft.com/office/officeart/2005/8/layout/vList2"/>
    <dgm:cxn modelId="{DF73A2EB-8366-4BC4-8E8B-A07DCEB4EB03}" type="presParOf" srcId="{849C5074-C279-47CA-BCBA-C75638721170}" destId="{C11CDFB1-582E-49B7-9140-E62C3A3DD25E}" srcOrd="3" destOrd="0" presId="urn:microsoft.com/office/officeart/2005/8/layout/vList2"/>
    <dgm:cxn modelId="{21653885-02DB-43A7-A46E-8053AC671504}" type="presParOf" srcId="{849C5074-C279-47CA-BCBA-C75638721170}" destId="{7898D935-CB55-4877-AFB5-88EB4FE66D92}" srcOrd="4" destOrd="0" presId="urn:microsoft.com/office/officeart/2005/8/layout/vList2"/>
    <dgm:cxn modelId="{CC855031-1AA7-4AAD-B26C-82F3216F4EF7}" type="presParOf" srcId="{849C5074-C279-47CA-BCBA-C75638721170}" destId="{D45D6B5D-C4DF-41FE-9215-9F8CC85C11D7}" srcOrd="5" destOrd="0" presId="urn:microsoft.com/office/officeart/2005/8/layout/vList2"/>
    <dgm:cxn modelId="{17F9B202-B284-444F-BDA8-2619F7F73259}" type="presParOf" srcId="{849C5074-C279-47CA-BCBA-C75638721170}" destId="{40879C98-9BBF-4672-B000-EA68C2366D48}" srcOrd="6" destOrd="0" presId="urn:microsoft.com/office/officeart/2005/8/layout/vList2"/>
    <dgm:cxn modelId="{FA970E52-3133-483C-9D86-AD1EEE37624F}" type="presParOf" srcId="{849C5074-C279-47CA-BCBA-C75638721170}" destId="{88BE7A3A-56D1-40DE-ACDB-DB674880E9D6}" srcOrd="7" destOrd="0" presId="urn:microsoft.com/office/officeart/2005/8/layout/vList2"/>
    <dgm:cxn modelId="{BF0DEC9B-2C17-43D1-91BD-A03EBEBB6D9C}" type="presParOf" srcId="{849C5074-C279-47CA-BCBA-C75638721170}" destId="{779FC73C-380A-4BA2-8D94-47B0EA7F9DB6}"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0B6B3F-8F94-4AE0-8A48-CE05442F0953}">
      <dsp:nvSpPr>
        <dsp:cNvPr id="0" name=""/>
        <dsp:cNvSpPr/>
      </dsp:nvSpPr>
      <dsp:spPr>
        <a:xfrm>
          <a:off x="0" y="2288"/>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08867F-B123-45F9-BBDC-25C0BE273B43}">
      <dsp:nvSpPr>
        <dsp:cNvPr id="0" name=""/>
        <dsp:cNvSpPr/>
      </dsp:nvSpPr>
      <dsp:spPr>
        <a:xfrm>
          <a:off x="350852" y="263253"/>
          <a:ext cx="637913" cy="6379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6EB452F5-05D6-44A5-8596-912B4D80C794}">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US" sz="2200" kern="1200"/>
            <a:t>PreseMaker is a structured e-learning authoring tool.</a:t>
          </a:r>
        </a:p>
      </dsp:txBody>
      <dsp:txXfrm>
        <a:off x="1339618" y="2288"/>
        <a:ext cx="5024605" cy="1159843"/>
      </dsp:txXfrm>
    </dsp:sp>
    <dsp:sp modelId="{C496E334-C50B-4F33-93E1-46CADCF249B6}">
      <dsp:nvSpPr>
        <dsp:cNvPr id="0" name=""/>
        <dsp:cNvSpPr/>
      </dsp:nvSpPr>
      <dsp:spPr>
        <a:xfrm>
          <a:off x="0" y="1452092"/>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CA028A-0F1E-477B-A710-234029ACA51E}">
      <dsp:nvSpPr>
        <dsp:cNvPr id="0" name=""/>
        <dsp:cNvSpPr/>
      </dsp:nvSpPr>
      <dsp:spPr>
        <a:xfrm>
          <a:off x="350852" y="1713057"/>
          <a:ext cx="637913" cy="6379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6E6893EB-EEBE-425C-9657-24EA737B91F9}">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US" sz="2200" kern="1200"/>
            <a:t>Built around a clear, layered organizational system.</a:t>
          </a:r>
        </a:p>
      </dsp:txBody>
      <dsp:txXfrm>
        <a:off x="1339618" y="1452092"/>
        <a:ext cx="5024605" cy="1159843"/>
      </dsp:txXfrm>
    </dsp:sp>
    <dsp:sp modelId="{46BA0C1B-D9B3-4A54-BD7E-67845DFD20E6}">
      <dsp:nvSpPr>
        <dsp:cNvPr id="0" name=""/>
        <dsp:cNvSpPr/>
      </dsp:nvSpPr>
      <dsp:spPr>
        <a:xfrm>
          <a:off x="0" y="2901896"/>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9C4090-2707-45D4-9909-13CB1EC9479F}">
      <dsp:nvSpPr>
        <dsp:cNvPr id="0" name=""/>
        <dsp:cNvSpPr/>
      </dsp:nvSpPr>
      <dsp:spPr>
        <a:xfrm>
          <a:off x="350852" y="3162861"/>
          <a:ext cx="637913" cy="6379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316F46E0-E299-47FB-A90B-DBB7ECFDE95E}">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US" sz="2200" kern="1200"/>
            <a:t>Designed to simplify creating and managing educational content.</a:t>
          </a:r>
        </a:p>
      </dsp:txBody>
      <dsp:txXfrm>
        <a:off x="1339618" y="2901896"/>
        <a:ext cx="5024605" cy="1159843"/>
      </dsp:txXfrm>
    </dsp:sp>
    <dsp:sp modelId="{3BEBC08D-9DE3-4F90-B71F-B723F33F0D5B}">
      <dsp:nvSpPr>
        <dsp:cNvPr id="0" name=""/>
        <dsp:cNvSpPr/>
      </dsp:nvSpPr>
      <dsp:spPr>
        <a:xfrm>
          <a:off x="0" y="4351700"/>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DEDE87-F101-4F14-BA6D-934C2912884B}">
      <dsp:nvSpPr>
        <dsp:cNvPr id="0" name=""/>
        <dsp:cNvSpPr/>
      </dsp:nvSpPr>
      <dsp:spPr>
        <a:xfrm>
          <a:off x="350852" y="4612665"/>
          <a:ext cx="637913" cy="6379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13F6723F-0FC8-4466-A971-3257392437B1}">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US" sz="2200" kern="1200"/>
            <a:t>Produces tangible learning materials from structured course data.</a:t>
          </a:r>
        </a:p>
      </dsp:txBody>
      <dsp:txXfrm>
        <a:off x="1339618" y="4351700"/>
        <a:ext cx="5024605" cy="11598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610F2A-6FBC-4B17-B3D4-4A467ED42F05}">
      <dsp:nvSpPr>
        <dsp:cNvPr id="0" name=""/>
        <dsp:cNvSpPr/>
      </dsp:nvSpPr>
      <dsp:spPr>
        <a:xfrm>
          <a:off x="210785" y="273818"/>
          <a:ext cx="1335114" cy="133511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13BDA6-0C89-49B7-9AE4-B97B9DB1D245}">
      <dsp:nvSpPr>
        <dsp:cNvPr id="0" name=""/>
        <dsp:cNvSpPr/>
      </dsp:nvSpPr>
      <dsp:spPr>
        <a:xfrm>
          <a:off x="491159" y="554192"/>
          <a:ext cx="774366" cy="7743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19438823-C2EE-4C04-91A4-FBD2F5DAE458}">
      <dsp:nvSpPr>
        <dsp:cNvPr id="0" name=""/>
        <dsp:cNvSpPr/>
      </dsp:nvSpPr>
      <dsp:spPr>
        <a:xfrm>
          <a:off x="1831996" y="273818"/>
          <a:ext cx="3147056" cy="1335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Level 1: Courses — the broadest organizational container.</a:t>
          </a:r>
        </a:p>
      </dsp:txBody>
      <dsp:txXfrm>
        <a:off x="1831996" y="273818"/>
        <a:ext cx="3147056" cy="1335114"/>
      </dsp:txXfrm>
    </dsp:sp>
    <dsp:sp modelId="{FEEAC45C-839C-4174-96EA-D09A3A34638E}">
      <dsp:nvSpPr>
        <dsp:cNvPr id="0" name=""/>
        <dsp:cNvSpPr/>
      </dsp:nvSpPr>
      <dsp:spPr>
        <a:xfrm>
          <a:off x="5527403" y="273818"/>
          <a:ext cx="1335114" cy="133511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CD07D6-B45D-42E0-A470-D0B84F7BA514}">
      <dsp:nvSpPr>
        <dsp:cNvPr id="0" name=""/>
        <dsp:cNvSpPr/>
      </dsp:nvSpPr>
      <dsp:spPr>
        <a:xfrm>
          <a:off x="5807777" y="554192"/>
          <a:ext cx="774366" cy="7743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DC949EA5-0C4D-4FDF-AE79-C0B314A25BE6}">
      <dsp:nvSpPr>
        <dsp:cNvPr id="0" name=""/>
        <dsp:cNvSpPr/>
      </dsp:nvSpPr>
      <dsp:spPr>
        <a:xfrm>
          <a:off x="7148614" y="273818"/>
          <a:ext cx="3147056" cy="1335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Level 2: Modules — thematic sections within a course.</a:t>
          </a:r>
        </a:p>
      </dsp:txBody>
      <dsp:txXfrm>
        <a:off x="7148614" y="273818"/>
        <a:ext cx="3147056" cy="1335114"/>
      </dsp:txXfrm>
    </dsp:sp>
    <dsp:sp modelId="{44009AA7-AC65-4602-980F-2CE6B76048D5}">
      <dsp:nvSpPr>
        <dsp:cNvPr id="0" name=""/>
        <dsp:cNvSpPr/>
      </dsp:nvSpPr>
      <dsp:spPr>
        <a:xfrm>
          <a:off x="210785" y="2268014"/>
          <a:ext cx="1335114" cy="133511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2D4D89-EB19-4DCD-A99B-6FF50D0BED73}">
      <dsp:nvSpPr>
        <dsp:cNvPr id="0" name=""/>
        <dsp:cNvSpPr/>
      </dsp:nvSpPr>
      <dsp:spPr>
        <a:xfrm>
          <a:off x="491159" y="2548388"/>
          <a:ext cx="774366" cy="7743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4C39395A-0B23-4BBD-BCF2-FD6348F7BCC5}">
      <dsp:nvSpPr>
        <dsp:cNvPr id="0" name=""/>
        <dsp:cNvSpPr/>
      </dsp:nvSpPr>
      <dsp:spPr>
        <a:xfrm>
          <a:off x="1831996" y="2268014"/>
          <a:ext cx="3147056" cy="1335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Level 3: Topics — individual lessons within a module.</a:t>
          </a:r>
        </a:p>
      </dsp:txBody>
      <dsp:txXfrm>
        <a:off x="1831996" y="2268014"/>
        <a:ext cx="3147056" cy="1335114"/>
      </dsp:txXfrm>
    </dsp:sp>
    <dsp:sp modelId="{F792CF73-2162-4D79-8235-B2CD4A4AAF01}">
      <dsp:nvSpPr>
        <dsp:cNvPr id="0" name=""/>
        <dsp:cNvSpPr/>
      </dsp:nvSpPr>
      <dsp:spPr>
        <a:xfrm>
          <a:off x="5527403" y="2268014"/>
          <a:ext cx="1335114" cy="133511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99CCF2-197B-461A-9BC4-7A17F79AF064}">
      <dsp:nvSpPr>
        <dsp:cNvPr id="0" name=""/>
        <dsp:cNvSpPr/>
      </dsp:nvSpPr>
      <dsp:spPr>
        <a:xfrm>
          <a:off x="5807777" y="2548388"/>
          <a:ext cx="774366" cy="7743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8DB8B83E-7B34-4AD4-A4EC-06B18D885660}">
      <dsp:nvSpPr>
        <dsp:cNvPr id="0" name=""/>
        <dsp:cNvSpPr/>
      </dsp:nvSpPr>
      <dsp:spPr>
        <a:xfrm>
          <a:off x="7148614" y="2268014"/>
          <a:ext cx="3147056" cy="1335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Level 4: Generated Materials — outputs produced from topics.</a:t>
          </a:r>
        </a:p>
      </dsp:txBody>
      <dsp:txXfrm>
        <a:off x="7148614" y="2268014"/>
        <a:ext cx="3147056" cy="13351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A96CB8-4636-4E72-876B-5AC682D57E39}">
      <dsp:nvSpPr>
        <dsp:cNvPr id="0" name=""/>
        <dsp:cNvSpPr/>
      </dsp:nvSpPr>
      <dsp:spPr>
        <a:xfrm>
          <a:off x="0" y="71069"/>
          <a:ext cx="5811128" cy="1312740"/>
        </a:xfrm>
        <a:prstGeom prst="roundRect">
          <a:avLst/>
        </a:prstGeom>
        <a:solidFill>
          <a:schemeClr val="accent5">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All four levels inform and support each other.</a:t>
          </a:r>
        </a:p>
      </dsp:txBody>
      <dsp:txXfrm>
        <a:off x="64083" y="135152"/>
        <a:ext cx="5682962" cy="1184574"/>
      </dsp:txXfrm>
    </dsp:sp>
    <dsp:sp modelId="{D90A8D2D-A294-4C4C-9F98-8090016E32DF}">
      <dsp:nvSpPr>
        <dsp:cNvPr id="0" name=""/>
        <dsp:cNvSpPr/>
      </dsp:nvSpPr>
      <dsp:spPr>
        <a:xfrm>
          <a:off x="0" y="1478849"/>
          <a:ext cx="5811128" cy="1312740"/>
        </a:xfrm>
        <a:prstGeom prst="roundRect">
          <a:avLst/>
        </a:prstGeom>
        <a:solidFill>
          <a:schemeClr val="accent5">
            <a:hueOff val="-2252848"/>
            <a:satOff val="-5806"/>
            <a:lumOff val="-3922"/>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The chain flows: Course → Module → Topic → Materials.</a:t>
          </a:r>
        </a:p>
      </dsp:txBody>
      <dsp:txXfrm>
        <a:off x="64083" y="1542932"/>
        <a:ext cx="5682962" cy="1184574"/>
      </dsp:txXfrm>
    </dsp:sp>
    <dsp:sp modelId="{3AE3183A-0ECA-42D2-96EA-BDCCEDD792F6}">
      <dsp:nvSpPr>
        <dsp:cNvPr id="0" name=""/>
        <dsp:cNvSpPr/>
      </dsp:nvSpPr>
      <dsp:spPr>
        <a:xfrm>
          <a:off x="0" y="2886629"/>
          <a:ext cx="5811128" cy="1312740"/>
        </a:xfrm>
        <a:prstGeom prst="roundRect">
          <a:avLst/>
        </a:prstGeom>
        <a:solidFill>
          <a:schemeClr val="accent5">
            <a:hueOff val="-4505695"/>
            <a:satOff val="-11613"/>
            <a:lumOff val="-7843"/>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No level operates in isolation from the others.</a:t>
          </a:r>
        </a:p>
      </dsp:txBody>
      <dsp:txXfrm>
        <a:off x="64083" y="2950712"/>
        <a:ext cx="5682962" cy="1184574"/>
      </dsp:txXfrm>
    </dsp:sp>
    <dsp:sp modelId="{716D33A5-679C-493E-A344-0C1CBDBD7BEC}">
      <dsp:nvSpPr>
        <dsp:cNvPr id="0" name=""/>
        <dsp:cNvSpPr/>
      </dsp:nvSpPr>
      <dsp:spPr>
        <a:xfrm>
          <a:off x="0" y="4294409"/>
          <a:ext cx="5811128" cy="1312740"/>
        </a:xfrm>
        <a:prstGeom prst="roundRect">
          <a:avLst/>
        </a:prstGeom>
        <a:solidFill>
          <a:schemeClr val="accent5">
            <a:hueOff val="-6758543"/>
            <a:satOff val="-17419"/>
            <a:lumOff val="-11765"/>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Structure at the top shapes outputs at the bottom.</a:t>
          </a:r>
        </a:p>
      </dsp:txBody>
      <dsp:txXfrm>
        <a:off x="64083" y="4358492"/>
        <a:ext cx="5682962" cy="118457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DD36AF-A357-4314-899C-4719996B3226}">
      <dsp:nvSpPr>
        <dsp:cNvPr id="0" name=""/>
        <dsp:cNvSpPr/>
      </dsp:nvSpPr>
      <dsp:spPr>
        <a:xfrm>
          <a:off x="0" y="154949"/>
          <a:ext cx="5811128" cy="1272960"/>
        </a:xfrm>
        <a:prstGeom prst="roundRect">
          <a:avLst/>
        </a:prstGeom>
        <a:solidFill>
          <a:schemeClr val="accent2">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All generated files belong entirely to you.</a:t>
          </a:r>
        </a:p>
      </dsp:txBody>
      <dsp:txXfrm>
        <a:off x="62141" y="217090"/>
        <a:ext cx="5686846" cy="1148678"/>
      </dsp:txXfrm>
    </dsp:sp>
    <dsp:sp modelId="{251AA8D5-BE51-4B9F-B04C-B1BA3D76D563}">
      <dsp:nvSpPr>
        <dsp:cNvPr id="0" name=""/>
        <dsp:cNvSpPr/>
      </dsp:nvSpPr>
      <dsp:spPr>
        <a:xfrm>
          <a:off x="0" y="1520069"/>
          <a:ext cx="5811128" cy="1272960"/>
        </a:xfrm>
        <a:prstGeom prst="roundRect">
          <a:avLst/>
        </a:prstGeom>
        <a:solidFill>
          <a:schemeClr val="accent3">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PreseMaker retains no ownership over your content.</a:t>
          </a:r>
        </a:p>
      </dsp:txBody>
      <dsp:txXfrm>
        <a:off x="62141" y="1582210"/>
        <a:ext cx="5686846" cy="1148678"/>
      </dsp:txXfrm>
    </dsp:sp>
    <dsp:sp modelId="{4B7E6170-0097-494C-90F2-17ED48499A2A}">
      <dsp:nvSpPr>
        <dsp:cNvPr id="0" name=""/>
        <dsp:cNvSpPr/>
      </dsp:nvSpPr>
      <dsp:spPr>
        <a:xfrm>
          <a:off x="0" y="2885189"/>
          <a:ext cx="5811128" cy="1272960"/>
        </a:xfrm>
        <a:prstGeom prst="roundRect">
          <a:avLst/>
        </a:prstGeom>
        <a:solidFill>
          <a:schemeClr val="accent4">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No usage restrictions are imposed on generated materials.</a:t>
          </a:r>
        </a:p>
      </dsp:txBody>
      <dsp:txXfrm>
        <a:off x="62141" y="2947330"/>
        <a:ext cx="5686846" cy="1148678"/>
      </dsp:txXfrm>
    </dsp:sp>
    <dsp:sp modelId="{C82E7732-C1BC-451C-B17C-9B87896A81CC}">
      <dsp:nvSpPr>
        <dsp:cNvPr id="0" name=""/>
        <dsp:cNvSpPr/>
      </dsp:nvSpPr>
      <dsp:spPr>
        <a:xfrm>
          <a:off x="0" y="4250309"/>
          <a:ext cx="5811128" cy="1272960"/>
        </a:xfrm>
        <a:prstGeom prst="roundRect">
          <a:avLst/>
        </a:prstGeom>
        <a:solidFill>
          <a:schemeClr val="accent5">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There is no platform lock-in for your work.</a:t>
          </a:r>
        </a:p>
      </dsp:txBody>
      <dsp:txXfrm>
        <a:off x="62141" y="4312450"/>
        <a:ext cx="5686846" cy="114867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B9D829-16DD-45C9-93A4-30756196FE80}">
      <dsp:nvSpPr>
        <dsp:cNvPr id="0" name=""/>
        <dsp:cNvSpPr/>
      </dsp:nvSpPr>
      <dsp:spPr>
        <a:xfrm>
          <a:off x="0" y="103649"/>
          <a:ext cx="5811128" cy="1034280"/>
        </a:xfrm>
        <a:prstGeom prst="roundRect">
          <a:avLst/>
        </a:prstGeom>
        <a:solidFill>
          <a:schemeClr val="accent2">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Local storage means you manage your own file backups.</a:t>
          </a:r>
        </a:p>
      </dsp:txBody>
      <dsp:txXfrm>
        <a:off x="50489" y="154138"/>
        <a:ext cx="5710150" cy="933302"/>
      </dsp:txXfrm>
    </dsp:sp>
    <dsp:sp modelId="{CA6B5CE9-6941-40E3-90D4-AD09C3E1644B}">
      <dsp:nvSpPr>
        <dsp:cNvPr id="0" name=""/>
        <dsp:cNvSpPr/>
      </dsp:nvSpPr>
      <dsp:spPr>
        <a:xfrm>
          <a:off x="0" y="1212809"/>
          <a:ext cx="5811128" cy="1034280"/>
        </a:xfrm>
        <a:prstGeom prst="roundRect">
          <a:avLst/>
        </a:prstGeom>
        <a:solidFill>
          <a:schemeClr val="accent3">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Use external drives or cloud sync services for backup.</a:t>
          </a:r>
        </a:p>
      </dsp:txBody>
      <dsp:txXfrm>
        <a:off x="50489" y="1263298"/>
        <a:ext cx="5710150" cy="933302"/>
      </dsp:txXfrm>
    </dsp:sp>
    <dsp:sp modelId="{9062B9DD-849E-4375-BE54-530CA2B550AE}">
      <dsp:nvSpPr>
        <dsp:cNvPr id="0" name=""/>
        <dsp:cNvSpPr/>
      </dsp:nvSpPr>
      <dsp:spPr>
        <a:xfrm>
          <a:off x="0" y="2321969"/>
          <a:ext cx="5811128" cy="1034280"/>
        </a:xfrm>
        <a:prstGeom prst="roundRect">
          <a:avLst/>
        </a:prstGeom>
        <a:solidFill>
          <a:schemeClr val="accent4">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Organize files consistently to support long-term accessibility.</a:t>
          </a:r>
        </a:p>
      </dsp:txBody>
      <dsp:txXfrm>
        <a:off x="50489" y="2372458"/>
        <a:ext cx="5710150" cy="933302"/>
      </dsp:txXfrm>
    </dsp:sp>
    <dsp:sp modelId="{8801B34A-50AD-4273-A2DC-F8CA3B000CA9}">
      <dsp:nvSpPr>
        <dsp:cNvPr id="0" name=""/>
        <dsp:cNvSpPr/>
      </dsp:nvSpPr>
      <dsp:spPr>
        <a:xfrm>
          <a:off x="0" y="3431129"/>
          <a:ext cx="5811128" cy="1034280"/>
        </a:xfrm>
        <a:prstGeom prst="roundRect">
          <a:avLst/>
        </a:prstGeom>
        <a:solidFill>
          <a:schemeClr val="accent5">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Generated content persists between application sessions.</a:t>
          </a:r>
        </a:p>
      </dsp:txBody>
      <dsp:txXfrm>
        <a:off x="50489" y="3481618"/>
        <a:ext cx="5710150" cy="933302"/>
      </dsp:txXfrm>
    </dsp:sp>
    <dsp:sp modelId="{57CA0567-F8D2-49CE-9C54-25C45A128E28}">
      <dsp:nvSpPr>
        <dsp:cNvPr id="0" name=""/>
        <dsp:cNvSpPr/>
      </dsp:nvSpPr>
      <dsp:spPr>
        <a:xfrm>
          <a:off x="0" y="4540289"/>
          <a:ext cx="5811128" cy="1034280"/>
        </a:xfrm>
        <a:prstGeom prst="roundRect">
          <a:avLst/>
        </a:prstGeom>
        <a:solidFill>
          <a:schemeClr val="accent6">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Your progress is never lost when you close PreseMaker.</a:t>
          </a:r>
        </a:p>
      </dsp:txBody>
      <dsp:txXfrm>
        <a:off x="50489" y="4590778"/>
        <a:ext cx="5710150" cy="93330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A5DEE9-A9DA-4165-94AB-643E4E519C7A}">
      <dsp:nvSpPr>
        <dsp:cNvPr id="0" name=""/>
        <dsp:cNvSpPr/>
      </dsp:nvSpPr>
      <dsp:spPr>
        <a:xfrm>
          <a:off x="0" y="238829"/>
          <a:ext cx="5811128" cy="1233179"/>
        </a:xfrm>
        <a:prstGeom prst="roundRect">
          <a:avLst/>
        </a:prstGeom>
        <a:solidFill>
          <a:schemeClr val="accent5">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All content is saved persistently between sessions.</a:t>
          </a:r>
        </a:p>
      </dsp:txBody>
      <dsp:txXfrm>
        <a:off x="60199" y="299028"/>
        <a:ext cx="5690730" cy="1112781"/>
      </dsp:txXfrm>
    </dsp:sp>
    <dsp:sp modelId="{ECC842BF-7134-4C1D-B75A-F8F4E7B7C5BE}">
      <dsp:nvSpPr>
        <dsp:cNvPr id="0" name=""/>
        <dsp:cNvSpPr/>
      </dsp:nvSpPr>
      <dsp:spPr>
        <a:xfrm>
          <a:off x="0" y="1561289"/>
          <a:ext cx="5811128" cy="1233179"/>
        </a:xfrm>
        <a:prstGeom prst="roundRect">
          <a:avLst/>
        </a:prstGeom>
        <a:solidFill>
          <a:schemeClr val="accent5">
            <a:hueOff val="-2252848"/>
            <a:satOff val="-5806"/>
            <a:lumOff val="-3922"/>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Completed materials are always available when you return.</a:t>
          </a:r>
        </a:p>
      </dsp:txBody>
      <dsp:txXfrm>
        <a:off x="60199" y="1621488"/>
        <a:ext cx="5690730" cy="1112781"/>
      </dsp:txXfrm>
    </dsp:sp>
    <dsp:sp modelId="{040291E1-097E-4639-983C-F176A88413FF}">
      <dsp:nvSpPr>
        <dsp:cNvPr id="0" name=""/>
        <dsp:cNvSpPr/>
      </dsp:nvSpPr>
      <dsp:spPr>
        <a:xfrm>
          <a:off x="0" y="2883749"/>
          <a:ext cx="5811128" cy="1233179"/>
        </a:xfrm>
        <a:prstGeom prst="roundRect">
          <a:avLst/>
        </a:prstGeom>
        <a:solidFill>
          <a:schemeClr val="accent5">
            <a:hueOff val="-4505695"/>
            <a:satOff val="-11613"/>
            <a:lumOff val="-7843"/>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Files remain on your machine until you choose to remove them.</a:t>
          </a:r>
        </a:p>
      </dsp:txBody>
      <dsp:txXfrm>
        <a:off x="60199" y="2943948"/>
        <a:ext cx="5690730" cy="1112781"/>
      </dsp:txXfrm>
    </dsp:sp>
    <dsp:sp modelId="{1A5A8055-01F3-4F7D-BBFF-46A756677A17}">
      <dsp:nvSpPr>
        <dsp:cNvPr id="0" name=""/>
        <dsp:cNvSpPr/>
      </dsp:nvSpPr>
      <dsp:spPr>
        <a:xfrm>
          <a:off x="0" y="4206209"/>
          <a:ext cx="5811128" cy="1233179"/>
        </a:xfrm>
        <a:prstGeom prst="roundRect">
          <a:avLst/>
        </a:prstGeom>
        <a:solidFill>
          <a:schemeClr val="accent5">
            <a:hueOff val="-6758543"/>
            <a:satOff val="-17419"/>
            <a:lumOff val="-11765"/>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Consistent file locations make retrieval straightforward.</a:t>
          </a:r>
        </a:p>
      </dsp:txBody>
      <dsp:txXfrm>
        <a:off x="60199" y="4266408"/>
        <a:ext cx="5690730" cy="111278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8B1094-1D5F-4B82-9FDE-2F90455B5DAD}">
      <dsp:nvSpPr>
        <dsp:cNvPr id="0" name=""/>
        <dsp:cNvSpPr/>
      </dsp:nvSpPr>
      <dsp:spPr>
        <a:xfrm>
          <a:off x="0" y="103649"/>
          <a:ext cx="5811128" cy="1034280"/>
        </a:xfrm>
        <a:prstGeom prst="roundRect">
          <a:avLst/>
        </a:prstGeom>
        <a:solidFill>
          <a:schemeClr val="accent2">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Courses → Modules → Topics → Generated Materials.</a:t>
          </a:r>
        </a:p>
      </dsp:txBody>
      <dsp:txXfrm>
        <a:off x="50489" y="154138"/>
        <a:ext cx="5710150" cy="933302"/>
      </dsp:txXfrm>
    </dsp:sp>
    <dsp:sp modelId="{EB56A9AC-B857-49D6-91C9-E1E246D83B3F}">
      <dsp:nvSpPr>
        <dsp:cNvPr id="0" name=""/>
        <dsp:cNvSpPr/>
      </dsp:nvSpPr>
      <dsp:spPr>
        <a:xfrm>
          <a:off x="0" y="1212809"/>
          <a:ext cx="5811128" cy="1034280"/>
        </a:xfrm>
        <a:prstGeom prst="roundRect">
          <a:avLst/>
        </a:prstGeom>
        <a:solidFill>
          <a:schemeClr val="accent3">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Each level supports and informs the levels below it.</a:t>
          </a:r>
        </a:p>
      </dsp:txBody>
      <dsp:txXfrm>
        <a:off x="50489" y="1263298"/>
        <a:ext cx="5710150" cy="933302"/>
      </dsp:txXfrm>
    </dsp:sp>
    <dsp:sp modelId="{7898D935-CB55-4877-AFB5-88EB4FE66D92}">
      <dsp:nvSpPr>
        <dsp:cNvPr id="0" name=""/>
        <dsp:cNvSpPr/>
      </dsp:nvSpPr>
      <dsp:spPr>
        <a:xfrm>
          <a:off x="0" y="2321969"/>
          <a:ext cx="5811128" cy="1034280"/>
        </a:xfrm>
        <a:prstGeom prst="roundRect">
          <a:avLst/>
        </a:prstGeom>
        <a:solidFill>
          <a:schemeClr val="accent4">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Files are saved locally in a mirrored folder structure.</a:t>
          </a:r>
        </a:p>
      </dsp:txBody>
      <dsp:txXfrm>
        <a:off x="50489" y="2372458"/>
        <a:ext cx="5710150" cy="933302"/>
      </dsp:txXfrm>
    </dsp:sp>
    <dsp:sp modelId="{40879C98-9BBF-4672-B000-EA68C2366D48}">
      <dsp:nvSpPr>
        <dsp:cNvPr id="0" name=""/>
        <dsp:cNvSpPr/>
      </dsp:nvSpPr>
      <dsp:spPr>
        <a:xfrm>
          <a:off x="0" y="3431129"/>
          <a:ext cx="5811128" cy="1034280"/>
        </a:xfrm>
        <a:prstGeom prst="roundRect">
          <a:avLst/>
        </a:prstGeom>
        <a:solidFill>
          <a:schemeClr val="accent5">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You retain full ownership of all generated content.</a:t>
          </a:r>
        </a:p>
      </dsp:txBody>
      <dsp:txXfrm>
        <a:off x="50489" y="3481618"/>
        <a:ext cx="5710150" cy="933302"/>
      </dsp:txXfrm>
    </dsp:sp>
    <dsp:sp modelId="{779FC73C-380A-4BA2-8D94-47B0EA7F9DB6}">
      <dsp:nvSpPr>
        <dsp:cNvPr id="0" name=""/>
        <dsp:cNvSpPr/>
      </dsp:nvSpPr>
      <dsp:spPr>
        <a:xfrm>
          <a:off x="0" y="4540289"/>
          <a:ext cx="5811128" cy="1034280"/>
        </a:xfrm>
        <a:prstGeom prst="roundRect">
          <a:avLst/>
        </a:prstGeom>
        <a:solidFill>
          <a:schemeClr val="accent6">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A consistent structure ensures long-term access and control.</a:t>
          </a:r>
        </a:p>
      </dsp:txBody>
      <dsp:txXfrm>
        <a:off x="50489" y="4590778"/>
        <a:ext cx="5710150" cy="93330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 this presentation on PreseMaker's course-module-content structure. Whether you are new to PreseMaker or looking to deepen your understanding, this session will walk you through how content is organized, how materials are generated, and how your files are stored and owned. Let's get started.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is an e-learning authoring tool that stands apart by organizing content through a deliberate hierarchy. Rather than working with unstructured files, authors build content within a defined system — courses, modules, topics, and generated materials — that keeps everything connected and coherent. This structure is the foundation of everything PreseMaker does.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organizes all content into four nested levels. Courses sit at the top and provide the overarching framework. Inside courses are Modules, which group related instructional content. Within each Module are Topics — focused, single-concept lessons. From each Topic, PreseMaker generates the actual learner-facing materials, such as slides or assessments. These four levels work together as a unified system, not as isolated layers.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Course is the broadest unit in PreseMaker — it defines the subject or program and houses everything beneath it. Modules are the children of a Course and break it into manageable, thematically focused sections. This parent-child relationship is fundamental: the Course provides the overarching framework, while Modules deliver the structured instructional content within it. Modules are considered the primary building blocks because they are the main units through which content is organized and delivered to learners.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When building a course, authors can arrange modules in any order they choose. A deliberate sequence — such as moving from foundational to advanced concepts — helps learners build knowledge progressively. Because each module is self-contained around a theme or goal, the overall course structure remains clear and navigable regardless of the number of modules involved.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Topics sit at the heart of PreseMaker's content creation process. Each topic is scoped to a single, focused concept or skill — keeping lessons precise and manageable. Because every topic belongs to exactly one parent module, the hierarchy remains clean and navigable. Importantly, the topic is also the trigger point for content generation: PreseMaker uses the information defined in a topic to produce the actual learning materials.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Generated Materials are what learners ultimately see and interact with. PreseMaker takes the structured information in a topic — including its title, summary, and any source content provided — and uses it to automatically produce content assets. These can include presentation slides, speaker notes, quizzes, or other formats depending on your configuration. This output layer is where course design becomes a real learning experience.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It is important to view the PreseMaker hierarchy not as four separate layers but as one unified system. Decisions made at the Course level cascade down through Modules and Topics all the way to the generated content. For example, the theme of a Course shapes how Modules are grouped, which in turn defines what Topics are created, which ultimately determines what materials are produced. Understanding this chain helps authors make better structural decisions at every level.</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saves all generated course materials to your local computer. This means your files are always accessible without an internet connection. The folder structure PreseMaker creates on your machine mirrors the course-module-content hierarchy you work with inside the application, making it intuitive to locate specific files. Generated materials are saved in widely supported formats — such as PPTX or DOCX — so they can be opened, edited, and shared using standard software.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key principle of PreseMaker is that you own everything you create. The application does not retain ownership, claim licensing rights, or impose any restrictions on the content it generates for you. Your files are yours to use, distribute, edit, or repurpose freely. This no-lock-in approach ensures that your intellectual work remains under your full control at all times.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makes it straightforward to confirm where your files have been saved. From within the application, you can open the containing folder of any generated file with a single action, taking you directly to the file in your operating system's file explorer. The default save location follows the same hierarchical structure as your course content, so even without using the in-app shortcut, you can navigate to your files predictably.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Because PreseMaker stores files locally, responsibility for backup and file management rests with you. It is strongly recommended to back up your PreseMaker files regularly using an external drive, a cloud sync service such as OneDrive or Dropbox, or another backup solution of your choice. Maintaining a consistent folder organization strategy will also make it easier to find and build upon previous work over time. Importantly, all generated content persists between sessions — closing PreseMaker will not cause you to lose your work.</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is designed so that your work is always waiting for you when you return. Because files are saved locally and the application maintains a consistent structure, there is no risk of losing progress between sessions. Whether you are returning to a project after a day or a month, your generated materials and course structure will be exactly as you left them.</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PreseMaker organizes all e-learning content through a four-level hierarchy — Courses at the top, followed by Modules, Topics, and finally Generated Materials as the output layer. This hierarchy functions as a unified system where each level shapes the next. All files are saved locally on your computer in a folder structure that mirrors this hierarchy, using common file formats for maximum compatibility. You own everything PreseMaker generates, with no restrictions or lock-in. Understanding this structure gives you the foundation to use PreseMaker confidently and efficiently.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vert="horz" lIns="91440" tIns="45720" rIns="91440" bIns="45720" rtlCol="0" anchor="b">
            <a:normAutofit/>
          </a:bodyPr>
          <a:lstStyle/>
          <a:p>
            <a:r>
              <a:rPr lang="en-US" sz="2600" kern="1200">
                <a:solidFill>
                  <a:schemeClr val="tx1"/>
                </a:solidFill>
                <a:latin typeface="+mj-lt"/>
                <a:ea typeface="+mj-ea"/>
                <a:cs typeface="+mj-cs"/>
              </a:rPr>
              <a:t>PreseMaker:</a:t>
            </a:r>
            <a:br>
              <a:rPr lang="en-US" sz="2600" kern="1200">
                <a:solidFill>
                  <a:schemeClr val="tx1"/>
                </a:solidFill>
                <a:latin typeface="+mj-lt"/>
                <a:ea typeface="+mj-ea"/>
                <a:cs typeface="+mj-cs"/>
              </a:rPr>
            </a:br>
            <a:r>
              <a:rPr lang="en-US" sz="2600" kern="1200">
                <a:solidFill>
                  <a:schemeClr val="tx1"/>
                </a:solidFill>
                <a:latin typeface="+mj-lt"/>
                <a:ea typeface="+mj-ea"/>
                <a:cs typeface="+mj-cs"/>
              </a:rPr>
              <a:t>Understanding the Course-Module-Content Structure</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vert="horz" lIns="91440" tIns="45720" rIns="91440" bIns="45720" rtlCol="0" anchor="t">
            <a:normAutofit/>
          </a:bodyPr>
          <a:lstStyle/>
          <a:p>
            <a:r>
              <a:rPr lang="en-US" sz="2200">
                <a:ea typeface="+mn-ea"/>
                <a:cs typeface="+mn-cs"/>
              </a:rPr>
              <a:t>A professional guide to how PreseMaker organizes, generates, and stores your e-learning content.</a:t>
            </a:r>
          </a:p>
          <a:p>
            <a:endParaRPr lang="en-US" sz="2200">
              <a:ea typeface="+mn-ea"/>
              <a:cs typeface="+mn-cs"/>
            </a:endParaRPr>
          </a:p>
        </p:txBody>
      </p:sp>
      <p:pic>
        <p:nvPicPr>
          <p:cNvPr id="5" name="Picture 4">
            <a:extLst>
              <a:ext uri="{FF2B5EF4-FFF2-40B4-BE49-F238E27FC236}">
                <a16:creationId xmlns:a16="http://schemas.microsoft.com/office/drawing/2014/main" id="{BCDA3F07-574A-06C7-5E5E-5A99F6C955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7236" y="640080"/>
            <a:ext cx="5577840" cy="5577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21792" y="1161288"/>
            <a:ext cx="3602736" cy="4526280"/>
          </a:xfrm>
        </p:spPr>
        <p:txBody>
          <a:bodyPr vert="horz" lIns="91440" tIns="45720" rIns="91440" bIns="45720" rtlCol="0" anchor="ctr">
            <a:normAutofit/>
          </a:bodyPr>
          <a:lstStyle/>
          <a:p>
            <a:r>
              <a:rPr lang="en-US" sz="4000" kern="1200">
                <a:solidFill>
                  <a:schemeClr val="tx1"/>
                </a:solidFill>
                <a:latin typeface="+mj-lt"/>
                <a:ea typeface="+mj-ea"/>
                <a:cs typeface="+mj-cs"/>
              </a:rPr>
              <a:t>What Is PreseMaker?</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058A916D-3CFC-2D2C-8171-BBCA31CB2827}"/>
              </a:ext>
            </a:extLst>
          </p:cNvPr>
          <p:cNvGraphicFramePr>
            <a:graphicFrameLocks noGrp="1"/>
          </p:cNvGraphicFramePr>
          <p:nvPr>
            <p:ph idx="1"/>
            <p:extLst>
              <p:ext uri="{D42A27DB-BD31-4B8C-83A1-F6EECF244321}">
                <p14:modId xmlns:p14="http://schemas.microsoft.com/office/powerpoint/2010/main" val="2767731088"/>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D377EB-C9D2-4ED0-86A6-740A297E3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685800"/>
            <a:ext cx="10506456" cy="1157005"/>
          </a:xfrm>
        </p:spPr>
        <p:txBody>
          <a:bodyPr vert="horz" lIns="91440" tIns="45720" rIns="91440" bIns="45720" rtlCol="0" anchor="b">
            <a:normAutofit/>
          </a:bodyPr>
          <a:lstStyle/>
          <a:p>
            <a:r>
              <a:rPr lang="en-US" kern="1200">
                <a:solidFill>
                  <a:schemeClr val="tx1"/>
                </a:solidFill>
                <a:latin typeface="+mj-lt"/>
                <a:ea typeface="+mj-ea"/>
                <a:cs typeface="+mj-cs"/>
              </a:rPr>
              <a:t>The Four Levels of the PreseMaker Hierarchy</a:t>
            </a:r>
          </a:p>
        </p:txBody>
      </p:sp>
      <p:sp>
        <p:nvSpPr>
          <p:cNvPr id="11" name="Rectangle 10">
            <a:extLst>
              <a:ext uri="{FF2B5EF4-FFF2-40B4-BE49-F238E27FC236}">
                <a16:creationId xmlns:a16="http://schemas.microsoft.com/office/drawing/2014/main" id="{066346BE-FDB4-4772-A696-0719490AB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093"/>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95805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58D371C0-B9A2-0C59-C1F9-A961E8E3D25F}"/>
              </a:ext>
            </a:extLst>
          </p:cNvPr>
          <p:cNvGraphicFramePr>
            <a:graphicFrameLocks noGrp="1"/>
          </p:cNvGraphicFramePr>
          <p:nvPr>
            <p:ph idx="1"/>
            <p:extLst>
              <p:ext uri="{D42A27DB-BD31-4B8C-83A1-F6EECF244321}">
                <p14:modId xmlns:p14="http://schemas.microsoft.com/office/powerpoint/2010/main" val="1147635639"/>
              </p:ext>
            </p:extLst>
          </p:nvPr>
        </p:nvGraphicFramePr>
        <p:xfrm>
          <a:off x="838200" y="2295252"/>
          <a:ext cx="10506456" cy="38769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vert="horz" lIns="91440" tIns="45720" rIns="91440" bIns="45720" rtlCol="0" anchor="b">
            <a:normAutofit/>
          </a:bodyPr>
          <a:lstStyle/>
          <a:p>
            <a:r>
              <a:rPr lang="en-US" sz="3800" kern="1200">
                <a:solidFill>
                  <a:schemeClr val="tx1"/>
                </a:solidFill>
                <a:latin typeface="+mj-lt"/>
                <a:ea typeface="+mj-ea"/>
                <a:cs typeface="+mj-cs"/>
              </a:rPr>
              <a:t>Courses and Modules: The Top Two Levels</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vert="horz" lIns="91440" tIns="45720" rIns="91440" bIns="45720" rtlCol="0" anchor="t">
            <a:normAutofit/>
          </a:bodyPr>
          <a:lstStyle/>
          <a:p>
            <a:r>
              <a:rPr lang="en-US" sz="1700">
                <a:ea typeface="+mn-ea"/>
                <a:cs typeface="+mn-cs"/>
              </a:rPr>
              <a:t>A Course is the top-level container for all content.</a:t>
            </a:r>
          </a:p>
          <a:p>
            <a:r>
              <a:rPr lang="en-US" sz="1700">
                <a:ea typeface="+mn-ea"/>
                <a:cs typeface="+mn-cs"/>
              </a:rPr>
              <a:t>Courses represent a full subject or learning program.</a:t>
            </a:r>
          </a:p>
          <a:p>
            <a:r>
              <a:rPr lang="en-US" sz="1700">
                <a:ea typeface="+mn-ea"/>
                <a:cs typeface="+mn-cs"/>
              </a:rPr>
              <a:t>Modules are the primary building blocks within a course.</a:t>
            </a:r>
          </a:p>
          <a:p>
            <a:r>
              <a:rPr lang="en-US" sz="1700">
                <a:ea typeface="+mn-ea"/>
                <a:cs typeface="+mn-cs"/>
              </a:rPr>
              <a:t>Each Module focuses on a distinct theme or instructional goal.</a:t>
            </a:r>
          </a:p>
          <a:p>
            <a:r>
              <a:rPr lang="en-US" sz="1700">
                <a:ea typeface="+mn-ea"/>
                <a:cs typeface="+mn-cs"/>
              </a:rPr>
              <a:t>Courses and Modules share a parent-child relationship.</a:t>
            </a:r>
          </a:p>
          <a:p>
            <a:endParaRPr lang="en-US" sz="1700">
              <a:ea typeface="+mn-ea"/>
              <a:cs typeface="+mn-cs"/>
            </a:endParaRPr>
          </a:p>
        </p:txBody>
      </p:sp>
      <p:pic>
        <p:nvPicPr>
          <p:cNvPr id="5" name="Picture 4">
            <a:extLst>
              <a:ext uri="{FF2B5EF4-FFF2-40B4-BE49-F238E27FC236}">
                <a16:creationId xmlns:a16="http://schemas.microsoft.com/office/drawing/2014/main" id="{848A90BD-EC1E-015B-F026-A5616D1ED14D}"/>
              </a:ext>
            </a:extLst>
          </p:cNvPr>
          <p:cNvPicPr>
            <a:picLocks noChangeAspect="1"/>
          </p:cNvPicPr>
          <p:nvPr/>
        </p:nvPicPr>
        <p:blipFill>
          <a:blip r:embed="rId3"/>
          <a:stretch>
            <a:fillRect/>
          </a:stretch>
        </p:blipFill>
        <p:spPr>
          <a:xfrm>
            <a:off x="4654296" y="796957"/>
            <a:ext cx="6903720" cy="52640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vert="horz" lIns="91440" tIns="45720" rIns="91440" bIns="45720" rtlCol="0" anchor="b">
            <a:normAutofit/>
          </a:bodyPr>
          <a:lstStyle/>
          <a:p>
            <a:r>
              <a:rPr lang="en-US" sz="3800" kern="1200">
                <a:solidFill>
                  <a:schemeClr val="tx1"/>
                </a:solidFill>
                <a:latin typeface="+mj-lt"/>
                <a:ea typeface="+mj-ea"/>
                <a:cs typeface="+mj-cs"/>
              </a:rPr>
              <a:t>Organizing Modules Within a Course</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vert="horz" lIns="91440" tIns="45720" rIns="91440" bIns="45720" rtlCol="0" anchor="t">
            <a:normAutofit/>
          </a:bodyPr>
          <a:lstStyle/>
          <a:p>
            <a:r>
              <a:rPr lang="en-US" sz="1900">
                <a:ea typeface="+mn-ea"/>
                <a:cs typeface="+mn-cs"/>
              </a:rPr>
              <a:t>Modules can be sequenced in a deliberate, logical order.</a:t>
            </a:r>
          </a:p>
          <a:p>
            <a:r>
              <a:rPr lang="en-US" sz="1900">
                <a:ea typeface="+mn-ea"/>
                <a:cs typeface="+mn-cs"/>
              </a:rPr>
              <a:t>Sequential arrangement guides learners progressively through content.</a:t>
            </a:r>
          </a:p>
          <a:p>
            <a:r>
              <a:rPr lang="en-US" sz="1900">
                <a:ea typeface="+mn-ea"/>
                <a:cs typeface="+mn-cs"/>
              </a:rPr>
              <a:t>Each Module represents a self-contained instructional unit.</a:t>
            </a:r>
          </a:p>
          <a:p>
            <a:r>
              <a:rPr lang="en-US" sz="1900">
                <a:ea typeface="+mn-ea"/>
                <a:cs typeface="+mn-cs"/>
              </a:rPr>
              <a:t>Well-organized Modules create a coherent learning journey.</a:t>
            </a:r>
          </a:p>
          <a:p>
            <a:endParaRPr lang="en-US" sz="1900">
              <a:ea typeface="+mn-ea"/>
              <a:cs typeface="+mn-cs"/>
            </a:endParaRPr>
          </a:p>
        </p:txBody>
      </p:sp>
      <p:pic>
        <p:nvPicPr>
          <p:cNvPr id="5" name="Picture 4">
            <a:extLst>
              <a:ext uri="{FF2B5EF4-FFF2-40B4-BE49-F238E27FC236}">
                <a16:creationId xmlns:a16="http://schemas.microsoft.com/office/drawing/2014/main" id="{7F167BF5-BFE0-EB7E-925D-29DD376256D9}"/>
              </a:ext>
            </a:extLst>
          </p:cNvPr>
          <p:cNvPicPr>
            <a:picLocks noChangeAspect="1"/>
          </p:cNvPicPr>
          <p:nvPr/>
        </p:nvPicPr>
        <p:blipFill>
          <a:blip r:embed="rId3"/>
          <a:stretch>
            <a:fillRect/>
          </a:stretch>
        </p:blipFill>
        <p:spPr>
          <a:xfrm>
            <a:off x="4654296" y="1823885"/>
            <a:ext cx="6903720" cy="321022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vert="horz" lIns="91440" tIns="45720" rIns="91440" bIns="45720" rtlCol="0" anchor="b">
            <a:normAutofit/>
          </a:bodyPr>
          <a:lstStyle/>
          <a:p>
            <a:r>
              <a:rPr lang="en-US" sz="3800" kern="1200">
                <a:solidFill>
                  <a:schemeClr val="tx1"/>
                </a:solidFill>
                <a:latin typeface="+mj-lt"/>
                <a:ea typeface="+mj-ea"/>
                <a:cs typeface="+mj-cs"/>
              </a:rPr>
              <a:t>Topics: The Core Instructional Unit</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vert="horz" lIns="91440" tIns="45720" rIns="91440" bIns="45720" rtlCol="0" anchor="t">
            <a:normAutofit/>
          </a:bodyPr>
          <a:lstStyle/>
          <a:p>
            <a:r>
              <a:rPr lang="en-US" sz="1900">
                <a:ea typeface="+mn-ea"/>
                <a:cs typeface="+mn-cs"/>
              </a:rPr>
              <a:t>Topics are the smallest structural unit within a module.</a:t>
            </a:r>
          </a:p>
          <a:p>
            <a:r>
              <a:rPr lang="en-US" sz="1900">
                <a:ea typeface="+mn-ea"/>
                <a:cs typeface="+mn-cs"/>
              </a:rPr>
              <a:t>Each Topic represents one focused concept or learning objective.</a:t>
            </a:r>
          </a:p>
          <a:p>
            <a:r>
              <a:rPr lang="en-US" sz="1900">
                <a:ea typeface="+mn-ea"/>
                <a:cs typeface="+mn-cs"/>
              </a:rPr>
              <a:t>Every Topic belongs to exactly one parent module.</a:t>
            </a:r>
          </a:p>
          <a:p>
            <a:r>
              <a:rPr lang="en-US" sz="1900">
                <a:ea typeface="+mn-ea"/>
                <a:cs typeface="+mn-cs"/>
              </a:rPr>
              <a:t>Topics define what PreseMaker will generate as content.</a:t>
            </a:r>
          </a:p>
          <a:p>
            <a:endParaRPr lang="en-US" sz="1900">
              <a:ea typeface="+mn-ea"/>
              <a:cs typeface="+mn-cs"/>
            </a:endParaRPr>
          </a:p>
        </p:txBody>
      </p:sp>
      <p:pic>
        <p:nvPicPr>
          <p:cNvPr id="5" name="Picture 4">
            <a:extLst>
              <a:ext uri="{FF2B5EF4-FFF2-40B4-BE49-F238E27FC236}">
                <a16:creationId xmlns:a16="http://schemas.microsoft.com/office/drawing/2014/main" id="{99216169-03D5-B3D5-6322-EBA5050B2A14}"/>
              </a:ext>
            </a:extLst>
          </p:cNvPr>
          <p:cNvPicPr>
            <a:picLocks noChangeAspect="1"/>
          </p:cNvPicPr>
          <p:nvPr/>
        </p:nvPicPr>
        <p:blipFill>
          <a:blip r:embed="rId3"/>
          <a:stretch>
            <a:fillRect/>
          </a:stretch>
        </p:blipFill>
        <p:spPr>
          <a:xfrm>
            <a:off x="4872626" y="640080"/>
            <a:ext cx="6467060" cy="55778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vert="horz" lIns="91440" tIns="45720" rIns="91440" bIns="45720" rtlCol="0" anchor="b">
            <a:normAutofit/>
          </a:bodyPr>
          <a:lstStyle/>
          <a:p>
            <a:r>
              <a:rPr lang="en-US" sz="3800" kern="1200">
                <a:solidFill>
                  <a:schemeClr val="tx1"/>
                </a:solidFill>
                <a:latin typeface="+mj-lt"/>
                <a:ea typeface="+mj-ea"/>
                <a:cs typeface="+mj-cs"/>
              </a:rPr>
              <a:t>Generated Materials: The Output Layer</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vert="horz" lIns="91440" tIns="45720" rIns="91440" bIns="45720" rtlCol="0" anchor="t">
            <a:normAutofit/>
          </a:bodyPr>
          <a:lstStyle/>
          <a:p>
            <a:r>
              <a:rPr lang="en-US" sz="1700">
                <a:ea typeface="+mn-ea"/>
                <a:cs typeface="+mn-cs"/>
              </a:rPr>
              <a:t>Generated Materials are the tangible outputs from each Topic.</a:t>
            </a:r>
          </a:p>
          <a:p>
            <a:r>
              <a:rPr lang="en-US" sz="1700">
                <a:ea typeface="+mn-ea"/>
                <a:cs typeface="+mn-cs"/>
              </a:rPr>
              <a:t>PreseMaker uses topic title, summary, and source content.</a:t>
            </a:r>
          </a:p>
          <a:p>
            <a:r>
              <a:rPr lang="en-US" sz="1700">
                <a:ea typeface="+mn-ea"/>
                <a:cs typeface="+mn-cs"/>
              </a:rPr>
              <a:t>Outputs include slides, speaker notes, and assessments.</a:t>
            </a:r>
          </a:p>
          <a:p>
            <a:r>
              <a:rPr lang="en-US" sz="1700">
                <a:ea typeface="+mn-ea"/>
                <a:cs typeface="+mn-cs"/>
              </a:rPr>
              <a:t>Materials form the actual learner-facing experience.</a:t>
            </a:r>
          </a:p>
          <a:p>
            <a:r>
              <a:rPr lang="en-US" sz="1700">
                <a:ea typeface="+mn-ea"/>
                <a:cs typeface="+mn-cs"/>
              </a:rPr>
              <a:t>Generation connects course structure directly to content delivery.</a:t>
            </a:r>
          </a:p>
          <a:p>
            <a:endParaRPr lang="en-US" sz="1700">
              <a:ea typeface="+mn-ea"/>
              <a:cs typeface="+mn-cs"/>
            </a:endParaRPr>
          </a:p>
        </p:txBody>
      </p:sp>
      <p:pic>
        <p:nvPicPr>
          <p:cNvPr id="5" name="Picture 4">
            <a:extLst>
              <a:ext uri="{FF2B5EF4-FFF2-40B4-BE49-F238E27FC236}">
                <a16:creationId xmlns:a16="http://schemas.microsoft.com/office/drawing/2014/main" id="{B37D577F-A5F2-5305-5B9B-FD607D15FB60}"/>
              </a:ext>
            </a:extLst>
          </p:cNvPr>
          <p:cNvPicPr>
            <a:picLocks noChangeAspect="1"/>
          </p:cNvPicPr>
          <p:nvPr/>
        </p:nvPicPr>
        <p:blipFill>
          <a:blip r:embed="rId3"/>
          <a:stretch>
            <a:fillRect/>
          </a:stretch>
        </p:blipFill>
        <p:spPr>
          <a:xfrm>
            <a:off x="4654296" y="1168032"/>
            <a:ext cx="6903720" cy="45219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673770"/>
            <a:ext cx="3220329" cy="2027227"/>
          </a:xfrm>
        </p:spPr>
        <p:txBody>
          <a:bodyPr vert="horz" lIns="91440" tIns="45720" rIns="91440" bIns="45720" rtlCol="0" anchor="t">
            <a:normAutofit/>
          </a:bodyPr>
          <a:lstStyle/>
          <a:p>
            <a:r>
              <a:rPr lang="en-US" sz="4200" kern="1200">
                <a:solidFill>
                  <a:srgbClr val="FFFFFF"/>
                </a:solidFill>
                <a:latin typeface="+mj-lt"/>
                <a:ea typeface="+mj-ea"/>
                <a:cs typeface="+mj-cs"/>
              </a:rPr>
              <a:t>The Hierarchy as a Unified System</a:t>
            </a:r>
          </a:p>
        </p:txBody>
      </p:sp>
      <p:graphicFrame>
        <p:nvGraphicFramePr>
          <p:cNvPr id="5" name="Content Placeholder 2">
            <a:extLst>
              <a:ext uri="{FF2B5EF4-FFF2-40B4-BE49-F238E27FC236}">
                <a16:creationId xmlns:a16="http://schemas.microsoft.com/office/drawing/2014/main" id="{69811293-8715-BE2C-A8E4-C7EC2071772E}"/>
              </a:ext>
            </a:extLst>
          </p:cNvPr>
          <p:cNvGraphicFramePr>
            <a:graphicFrameLocks noGrp="1"/>
          </p:cNvGraphicFramePr>
          <p:nvPr>
            <p:ph idx="1"/>
            <p:extLst>
              <p:ext uri="{D42A27DB-BD31-4B8C-83A1-F6EECF244321}">
                <p14:modId xmlns:p14="http://schemas.microsoft.com/office/powerpoint/2010/main" val="2653596011"/>
              </p:ext>
            </p:extLst>
          </p:nvPr>
        </p:nvGraphicFramePr>
        <p:xfrm>
          <a:off x="5542672" y="541606"/>
          <a:ext cx="5811128" cy="5678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vert="horz" lIns="91440" tIns="45720" rIns="91440" bIns="45720" rtlCol="0" anchor="b">
            <a:normAutofit/>
          </a:bodyPr>
          <a:lstStyle/>
          <a:p>
            <a:r>
              <a:rPr lang="en-US" sz="3400" kern="1200">
                <a:solidFill>
                  <a:schemeClr val="tx1"/>
                </a:solidFill>
                <a:latin typeface="+mj-lt"/>
                <a:ea typeface="+mj-ea"/>
                <a:cs typeface="+mj-cs"/>
              </a:rPr>
              <a:t>How PreseMaker Stores Files Locally</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vert="horz" lIns="91440" tIns="45720" rIns="91440" bIns="45720" rtlCol="0" anchor="t">
            <a:normAutofit/>
          </a:bodyPr>
          <a:lstStyle/>
          <a:p>
            <a:r>
              <a:rPr lang="en-US" sz="1700">
                <a:ea typeface="+mn-ea"/>
                <a:cs typeface="+mn-cs"/>
              </a:rPr>
              <a:t>PreseMaker saves all files directly to your local computer.</a:t>
            </a:r>
          </a:p>
          <a:p>
            <a:r>
              <a:rPr lang="en-US" sz="1700">
                <a:ea typeface="+mn-ea"/>
                <a:cs typeface="+mn-cs"/>
              </a:rPr>
              <a:t>Files are not stored exclusively in the cloud.</a:t>
            </a:r>
          </a:p>
          <a:p>
            <a:r>
              <a:rPr lang="en-US" sz="1700">
                <a:ea typeface="+mn-ea"/>
                <a:cs typeface="+mn-cs"/>
              </a:rPr>
              <a:t>A predictable folder hierarchy mirrors the course structure.</a:t>
            </a:r>
          </a:p>
          <a:p>
            <a:r>
              <a:rPr lang="en-US" sz="1700">
                <a:ea typeface="+mn-ea"/>
                <a:cs typeface="+mn-cs"/>
              </a:rPr>
              <a:t>Common file formats ensure broad compatibility.</a:t>
            </a:r>
          </a:p>
          <a:p>
            <a:r>
              <a:rPr lang="en-US" sz="1700">
                <a:ea typeface="+mn-ea"/>
                <a:cs typeface="+mn-cs"/>
              </a:rPr>
              <a:t>No special software is required to open generated files.</a:t>
            </a:r>
          </a:p>
          <a:p>
            <a:endParaRPr lang="en-US" sz="1700">
              <a:ea typeface="+mn-ea"/>
              <a:cs typeface="+mn-cs"/>
            </a:endParaRPr>
          </a:p>
        </p:txBody>
      </p:sp>
      <p:pic>
        <p:nvPicPr>
          <p:cNvPr id="5" name="Picture 4">
            <a:extLst>
              <a:ext uri="{FF2B5EF4-FFF2-40B4-BE49-F238E27FC236}">
                <a16:creationId xmlns:a16="http://schemas.microsoft.com/office/drawing/2014/main" id="{0AE9E650-E16D-6291-715D-BAEB92144E32}"/>
              </a:ext>
            </a:extLst>
          </p:cNvPr>
          <p:cNvPicPr>
            <a:picLocks noChangeAspect="1"/>
          </p:cNvPicPr>
          <p:nvPr/>
        </p:nvPicPr>
        <p:blipFill>
          <a:blip r:embed="rId3"/>
          <a:stretch>
            <a:fillRect/>
          </a:stretch>
        </p:blipFill>
        <p:spPr>
          <a:xfrm>
            <a:off x="4654296" y="832601"/>
            <a:ext cx="6903720" cy="519279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673770"/>
            <a:ext cx="3220329" cy="2027227"/>
          </a:xfrm>
        </p:spPr>
        <p:txBody>
          <a:bodyPr vert="horz" lIns="91440" tIns="45720" rIns="91440" bIns="45720" rtlCol="0" anchor="t">
            <a:normAutofit/>
          </a:bodyPr>
          <a:lstStyle/>
          <a:p>
            <a:r>
              <a:rPr lang="en-US" sz="3800" kern="1200">
                <a:solidFill>
                  <a:srgbClr val="FFFFFF"/>
                </a:solidFill>
                <a:latin typeface="+mj-lt"/>
                <a:ea typeface="+mj-ea"/>
                <a:cs typeface="+mj-cs"/>
              </a:rPr>
              <a:t>File Ownership and Access Rights</a:t>
            </a:r>
          </a:p>
        </p:txBody>
      </p:sp>
      <p:graphicFrame>
        <p:nvGraphicFramePr>
          <p:cNvPr id="5" name="Content Placeholder 2">
            <a:extLst>
              <a:ext uri="{FF2B5EF4-FFF2-40B4-BE49-F238E27FC236}">
                <a16:creationId xmlns:a16="http://schemas.microsoft.com/office/drawing/2014/main" id="{F0401E3D-5435-C588-F1F6-33D0EF2D0975}"/>
              </a:ext>
            </a:extLst>
          </p:cNvPr>
          <p:cNvGraphicFramePr>
            <a:graphicFrameLocks noGrp="1"/>
          </p:cNvGraphicFramePr>
          <p:nvPr>
            <p:ph idx="1"/>
            <p:extLst>
              <p:ext uri="{D42A27DB-BD31-4B8C-83A1-F6EECF244321}">
                <p14:modId xmlns:p14="http://schemas.microsoft.com/office/powerpoint/2010/main" val="3288719604"/>
              </p:ext>
            </p:extLst>
          </p:nvPr>
        </p:nvGraphicFramePr>
        <p:xfrm>
          <a:off x="5542672" y="541606"/>
          <a:ext cx="5811128" cy="5678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vert="horz" lIns="91440" tIns="45720" rIns="91440" bIns="45720" rtlCol="0" anchor="b">
            <a:normAutofit/>
          </a:bodyPr>
          <a:lstStyle/>
          <a:p>
            <a:r>
              <a:rPr lang="en-US" sz="3800" kern="1200">
                <a:solidFill>
                  <a:schemeClr val="tx1"/>
                </a:solidFill>
                <a:latin typeface="+mj-lt"/>
                <a:ea typeface="+mj-ea"/>
                <a:cs typeface="+mj-cs"/>
              </a:rPr>
              <a:t>Locating and Verifying Your Saved Files</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vert="horz" lIns="91440" tIns="45720" rIns="91440" bIns="45720" rtlCol="0" anchor="t">
            <a:normAutofit/>
          </a:bodyPr>
          <a:lstStyle/>
          <a:p>
            <a:r>
              <a:rPr lang="en-US" sz="2000">
                <a:ea typeface="+mn-ea"/>
                <a:cs typeface="+mn-cs"/>
              </a:rPr>
              <a:t>PreseMaker provides direct access to saved file locations.</a:t>
            </a:r>
          </a:p>
          <a:p>
            <a:r>
              <a:rPr lang="en-US" sz="2000">
                <a:ea typeface="+mn-ea"/>
                <a:cs typeface="+mn-cs"/>
              </a:rPr>
              <a:t>Open a file's containing folder from within the application.</a:t>
            </a:r>
          </a:p>
          <a:p>
            <a:r>
              <a:rPr lang="en-US" sz="2000">
                <a:ea typeface="+mn-ea"/>
                <a:cs typeface="+mn-cs"/>
              </a:rPr>
              <a:t>Default save locations follow a consistent, predictable pattern.</a:t>
            </a:r>
          </a:p>
          <a:p>
            <a:r>
              <a:rPr lang="en-US" sz="2000">
                <a:ea typeface="+mn-ea"/>
                <a:cs typeface="+mn-cs"/>
              </a:rPr>
              <a:t>Verify saves quickly without leaving the application.</a:t>
            </a:r>
          </a:p>
          <a:p>
            <a:endParaRPr lang="en-US" sz="2000">
              <a:ea typeface="+mn-ea"/>
              <a:cs typeface="+mn-cs"/>
            </a:endParaRPr>
          </a:p>
        </p:txBody>
      </p:sp>
      <p:pic>
        <p:nvPicPr>
          <p:cNvPr id="5" name="Picture 4">
            <a:extLst>
              <a:ext uri="{FF2B5EF4-FFF2-40B4-BE49-F238E27FC236}">
                <a16:creationId xmlns:a16="http://schemas.microsoft.com/office/drawing/2014/main" id="{C66B57D4-F9BA-F40C-1AFD-4952F7A9AA98}"/>
              </a:ext>
            </a:extLst>
          </p:cNvPr>
          <p:cNvPicPr>
            <a:picLocks noChangeAspect="1"/>
          </p:cNvPicPr>
          <p:nvPr/>
        </p:nvPicPr>
        <p:blipFill>
          <a:blip r:embed="rId3"/>
          <a:stretch>
            <a:fillRect/>
          </a:stretch>
        </p:blipFill>
        <p:spPr>
          <a:xfrm>
            <a:off x="4700080" y="640080"/>
            <a:ext cx="6812151" cy="55778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673770"/>
            <a:ext cx="3220329" cy="2027227"/>
          </a:xfrm>
        </p:spPr>
        <p:txBody>
          <a:bodyPr vert="horz" lIns="91440" tIns="45720" rIns="91440" bIns="45720" rtlCol="0" anchor="t">
            <a:normAutofit/>
          </a:bodyPr>
          <a:lstStyle/>
          <a:p>
            <a:r>
              <a:rPr lang="en-US" sz="4600" kern="1200">
                <a:solidFill>
                  <a:srgbClr val="FFFFFF"/>
                </a:solidFill>
                <a:latin typeface="+mj-lt"/>
                <a:ea typeface="+mj-ea"/>
                <a:cs typeface="+mj-cs"/>
              </a:rPr>
              <a:t>Managing and Backing Up Your Files</a:t>
            </a:r>
          </a:p>
        </p:txBody>
      </p:sp>
      <p:graphicFrame>
        <p:nvGraphicFramePr>
          <p:cNvPr id="5" name="Content Placeholder 2">
            <a:extLst>
              <a:ext uri="{FF2B5EF4-FFF2-40B4-BE49-F238E27FC236}">
                <a16:creationId xmlns:a16="http://schemas.microsoft.com/office/drawing/2014/main" id="{1612AC52-4144-5F8E-0BF7-8F95B50D1F21}"/>
              </a:ext>
            </a:extLst>
          </p:cNvPr>
          <p:cNvGraphicFramePr>
            <a:graphicFrameLocks noGrp="1"/>
          </p:cNvGraphicFramePr>
          <p:nvPr>
            <p:ph idx="1"/>
            <p:extLst>
              <p:ext uri="{D42A27DB-BD31-4B8C-83A1-F6EECF244321}">
                <p14:modId xmlns:p14="http://schemas.microsoft.com/office/powerpoint/2010/main" val="2655017526"/>
              </p:ext>
            </p:extLst>
          </p:nvPr>
        </p:nvGraphicFramePr>
        <p:xfrm>
          <a:off x="5542672" y="541606"/>
          <a:ext cx="5811128" cy="5678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673770"/>
            <a:ext cx="3220329" cy="2027227"/>
          </a:xfrm>
        </p:spPr>
        <p:txBody>
          <a:bodyPr vert="horz" lIns="91440" tIns="45720" rIns="91440" bIns="45720" rtlCol="0" anchor="t">
            <a:normAutofit/>
          </a:bodyPr>
          <a:lstStyle/>
          <a:p>
            <a:r>
              <a:rPr lang="en-US" sz="3800" kern="1200">
                <a:solidFill>
                  <a:srgbClr val="FFFFFF"/>
                </a:solidFill>
                <a:latin typeface="+mj-lt"/>
                <a:ea typeface="+mj-ea"/>
                <a:cs typeface="+mj-cs"/>
              </a:rPr>
              <a:t>Accessing Your Work Across Sessions</a:t>
            </a:r>
          </a:p>
        </p:txBody>
      </p:sp>
      <p:graphicFrame>
        <p:nvGraphicFramePr>
          <p:cNvPr id="5" name="Content Placeholder 2">
            <a:extLst>
              <a:ext uri="{FF2B5EF4-FFF2-40B4-BE49-F238E27FC236}">
                <a16:creationId xmlns:a16="http://schemas.microsoft.com/office/drawing/2014/main" id="{8160D542-D9F4-A9BA-BC17-20559F0D1B9E}"/>
              </a:ext>
            </a:extLst>
          </p:cNvPr>
          <p:cNvGraphicFramePr>
            <a:graphicFrameLocks noGrp="1"/>
          </p:cNvGraphicFramePr>
          <p:nvPr>
            <p:ph idx="1"/>
            <p:extLst>
              <p:ext uri="{D42A27DB-BD31-4B8C-83A1-F6EECF244321}">
                <p14:modId xmlns:p14="http://schemas.microsoft.com/office/powerpoint/2010/main" val="3607844031"/>
              </p:ext>
            </p:extLst>
          </p:nvPr>
        </p:nvGraphicFramePr>
        <p:xfrm>
          <a:off x="5542672" y="541606"/>
          <a:ext cx="5811128" cy="5678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673770"/>
            <a:ext cx="3220329" cy="2027227"/>
          </a:xfrm>
        </p:spPr>
        <p:txBody>
          <a:bodyPr vert="horz" lIns="91440" tIns="45720" rIns="91440" bIns="45720" rtlCol="0" anchor="t">
            <a:normAutofit/>
          </a:bodyPr>
          <a:lstStyle/>
          <a:p>
            <a:r>
              <a:rPr lang="en-US" sz="3400" kern="1200">
                <a:solidFill>
                  <a:srgbClr val="FFFFFF"/>
                </a:solidFill>
                <a:latin typeface="+mj-lt"/>
                <a:ea typeface="+mj-ea"/>
                <a:cs typeface="+mj-cs"/>
              </a:rPr>
              <a:t>Summary: The PreseMaker Structure at a Glance</a:t>
            </a:r>
          </a:p>
        </p:txBody>
      </p:sp>
      <p:graphicFrame>
        <p:nvGraphicFramePr>
          <p:cNvPr id="5" name="Content Placeholder 2">
            <a:extLst>
              <a:ext uri="{FF2B5EF4-FFF2-40B4-BE49-F238E27FC236}">
                <a16:creationId xmlns:a16="http://schemas.microsoft.com/office/drawing/2014/main" id="{1A6B802A-59BB-C35C-A076-A57177A36807}"/>
              </a:ext>
            </a:extLst>
          </p:cNvPr>
          <p:cNvGraphicFramePr>
            <a:graphicFrameLocks noGrp="1"/>
          </p:cNvGraphicFramePr>
          <p:nvPr>
            <p:ph idx="1"/>
            <p:extLst>
              <p:ext uri="{D42A27DB-BD31-4B8C-83A1-F6EECF244321}">
                <p14:modId xmlns:p14="http://schemas.microsoft.com/office/powerpoint/2010/main" val="558766072"/>
              </p:ext>
            </p:extLst>
          </p:nvPr>
        </p:nvGraphicFramePr>
        <p:xfrm>
          <a:off x="5542672" y="541606"/>
          <a:ext cx="5811128" cy="5678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f8b35114-6079-4276-ac22-ae80d1dfba98}" enabled="0" method="" siteId="{f8b35114-6079-4276-ac22-ae80d1dfba98}" removed="1"/>
</clbl:labelList>
</file>

<file path=docProps/app.xml><?xml version="1.0" encoding="utf-8"?>
<Properties xmlns="http://schemas.openxmlformats.org/officeDocument/2006/extended-properties" xmlns:vt="http://schemas.openxmlformats.org/officeDocument/2006/docPropsVTypes">
  <TotalTime>0</TotalTime>
  <Words>1669</Words>
  <Application>Microsoft Office PowerPoint</Application>
  <PresentationFormat>Widescreen</PresentationFormat>
  <Paragraphs>86</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PreseMaker: Understanding the Course-Module-Content Structure</vt:lpstr>
      <vt:lpstr>What Is PreseMaker?</vt:lpstr>
      <vt:lpstr>The Four Levels of the PreseMaker Hierarchy</vt:lpstr>
      <vt:lpstr>Courses and Modules: The Top Two Levels</vt:lpstr>
      <vt:lpstr>Organizing Modules Within a Course</vt:lpstr>
      <vt:lpstr>Topics: The Core Instructional Unit</vt:lpstr>
      <vt:lpstr>Generated Materials: The Output Layer</vt:lpstr>
      <vt:lpstr>The Hierarchy as a Unified System</vt:lpstr>
      <vt:lpstr>How PreseMaker Stores Files Locally</vt:lpstr>
      <vt:lpstr>File Ownership and Access Rights</vt:lpstr>
      <vt:lpstr>Locating and Verifying Your Saved Files</vt:lpstr>
      <vt:lpstr>Managing and Backing Up Your Files</vt:lpstr>
      <vt:lpstr>Accessing Your Work Across Sessions</vt:lpstr>
      <vt:lpstr>Summary: The PreseMaker Structure at a Glance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the Course-Module-Content Structure</dc:title>
  <dc:creator>PreseMaker</dc:creator>
  <cp:lastModifiedBy>Ronald Eaglin</cp:lastModifiedBy>
  <cp:revision>1</cp:revision>
  <dcterms:created xsi:type="dcterms:W3CDTF">2026-07-09T13:14:59Z</dcterms:created>
  <dcterms:modified xsi:type="dcterms:W3CDTF">2026-07-09T21:55:11Z</dcterms:modified>
</cp:coreProperties>
</file>