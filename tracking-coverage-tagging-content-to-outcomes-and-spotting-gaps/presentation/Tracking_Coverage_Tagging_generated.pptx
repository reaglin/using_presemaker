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session on coverage tracking. We will walk through how tagging quiz questions, assignments, and activities to learning outcomes creates a structured map of your course, how to read and interpret that map, how to identify gaps, and how to use coverage findings to drive continuous improvement in curriculum design.</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Content tagging is the practice of attaching descriptive labels to instructional items such as quiz questions, assignments, and activities. Each tag identifies which learning outcome or topic heading the item is intended to measure or support. Tags are not freeform; they are anchored to reference points established during course planning, such as stated learning outcomes or topic headings. This ensures tagging is meaningful and consistent across the course.</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Systematic tagging transforms a loose collection of instructional materials into an analyzable map of instructional coverage. It makes it possible to see at a glance which outcomes are addressed, how many items address each one, and which outcomes have been overlooked entirely. Without tags, there is no structured data from which to generate a coverage view or identify gaps. Tagging is therefore the foundational prerequisite for everything else covered in this presentation.</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an AI tool generates a quiz question or activity, it typically assigns outcome tags automatically based on the prompt context or the outcome the instructor selected prior to generation. However, automatic tagging is not infallible. Instructors should always review assigned tags to verify they are accurate and appropriate. Any corrections should be made before the items are included in coverage calculations, because inaccurate tags will produce a misleading coverage picture.</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Items created manually by instructors must be tagged through a deliberate assignment step, typically by selecting relevant outcomes from a predefined list in the authoring interface. A course may include quizzes, assignments, discussions, and multimedia activities, and tags must follow a consistent schema across all of these types to produce a reliable coverage picture. The tagging system supports one-to-many and many-to-one relationships: a single item can map to multiple outcomes, and a single outcome can be addressed by many different items, creating a flexible many-to-many mapping.</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items are tagged, the system aggregates all tags across the course to produce a coverage map. This map shows which outcomes have associated quiz questions, assignments, or activities and how many items address each outcome. This aggregated view is the direct input for the coverage report instructors will use to diagnose the state of their course. The quality of the coverage view depends entirely on the completeness and accuracy of the underlying tags.</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coverage view lists your learning outcomes and shows, for each one, whether an associated quiz question, assignment, or activity exists. As individual content items are tagged to outcomes, those tags are collected and summarized to populate this view. Reading the coverage view means checking, for each outcome, what content is linked to it. Beyond simple presence or absence, the view communicates coverage density — how much coverage each outcome receives — allowing you to judge whether coverage is shallow or robust. The coverage view is not a one-time report; it is a dynamic reference that updates as content is added, revised, or removed.</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Interpreting the coverage view involves two equally important tasks: recognizing outcomes that are sufficiently covered and identifying those that are not. Spotting well-covered outcomes confirms which parts of the course are already aligned and do not need immediate attention. Identifying under-covered or uncovered outcomes is the primary diagnostic use of the view. Under-covered outcomes have some items but not enough; uncovered outcomes have none at all. The coverage view should be revisited regularly throughout course development, not just at the end, making it a living planning tool.</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coverage report maps each learning outcome to the content items tagged against it, giving a visual summary of what is and is not yet addressed. Some outcomes may have no content items tagged to them at all, representing the most critical type of gap because learners receive no instruction or assessment on those outcomes. These completely unaddressed outcomes are typically the highest priority for remediation and should be addressed before refining coverage for outcomes that already have some content.</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Under-coverage occurs when an outcome has some associated items but not enough to adequately support learning or assessment. These shortfalls often reveal systemic patterns — for example, an entire topic cluster may be consistently thin on assessment items. Gaps can also occur by content type: an outcome may appear in reading materials but never in a quiz or graded assignment, leaving a blind spot in formal assessment. Analyzing gaps both by outcome and by content type provides a fuller diagnostic picture. Recording identified gaps in a structured format allows teams to track remediation progress and ensures nothing is overlooked as content is updated.</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gaps are identified, they must be prioritized because not all gaps carry equal instructional risk. Prioritizing gaps by the importance of the outcome and how central it is to the overall course helps focus remediation efforts where they will have the greatest impact. Outcomes that are foundational, tied to prerequisites, or assessed in high-stakes ways should be addressed before gaps in supplementary or lower-stakes areas. A clear priority order ensures that limited design time is invested where it matters most.</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Effective curriculum design treats planning, teaching, and assessment as a continuous, interdependent cycle rather than three separate phases. A coverage report provides a snapshot of which outcomes are supported by existing content and assessments and which are not yet addressed. Identified gaps are not simply problems to note — they are decision points that prompt specific instructional design actions. Closing the loop is not a one-time event but an ongoing practice embedded into regular curriculum review and update workflows.</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gaps are identified through coverage tracking, designers make targeted decisions about whether to create new materials or revise existing ones. New quiz questions, assignments, or activities are generated and tagged to the uncovered or under-covered outcomes. Existing items may be revised to better align with an outcome or reassigned different tags to fill identified gaps. Coverage findings are the evidence that informs revisions to the course plan, ensuring planning decisions are data-driven rather than intuitive. As items are updated and retagged, the coverage view refreshes to reflect the current state of the course.</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Coverage tracking is most powerful when it becomes a routine part of course maintenance rather than a one-time audit. The coverage view should be revisited at each major revision cycle — when adding new units, retiring outdated content, or redesigning assessments. Sharing coverage reports with team members and stakeholders keeps everyone aligned and accountable. The view is also a useful onboarding tool for new contributors, giving them an immediate picture of where the course stands. Embedding coverage review into standard quality assurance workflows ensures the curriculum remains aligned over time.</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content tagging is the foundational practice that makes coverage tracking possible. Tags — applied consistently to quiz questions, assignments, and activities — feed into a coverage view that shows which outcomes are addressed and how robustly. By reading that view, instructors can spot well-covered outcomes, identify critical gaps, and prioritize remediation. Those findings then drive targeted decisions about creating or revising content, which in turn feeds back into course planning. This closes the loop between planning, teaching, and assessment and, when maintained as a continuous practice, ensures the curriculum stays aligned with its intended learning outcomes over time.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Tracking Coverage: Tagging Content to Outcomes and Spotting Gaps</a:t>
            </a:r>
          </a:p>
        </p:txBody>
      </p:sp>
      <p:sp>
        <p:nvSpPr>
          <p:cNvPr id="3" name="Content Placeholder 2"/>
          <p:cNvSpPr>
            <a:spLocks noGrp="1"/>
          </p:cNvSpPr>
          <p:nvPr>
            <p:ph idx="1"/>
          </p:nvPr>
        </p:nvSpPr>
        <p:spPr/>
        <p:txBody>
          <a:bodyPr/>
          <a:lstStyle/>
          <a:p>
            <a:pPr algn="ctr">
              <a:buNone/>
            </a:pPr>
            <a:r>
              <a:rPr lang="en-US" dirty="0"/>
              <a:t>A practical guide to tagging instructional content, reading coverage views, and closing curriculum gaps.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Content Tagging?</a:t>
            </a:r>
          </a:p>
        </p:txBody>
      </p:sp>
      <p:sp>
        <p:nvSpPr>
          <p:cNvPr id="3" name="Content Placeholder 2"/>
          <p:cNvSpPr>
            <a:spLocks noGrp="1"/>
          </p:cNvSpPr>
          <p:nvPr>
            <p:ph idx="1"/>
          </p:nvPr>
        </p:nvSpPr>
        <p:spPr/>
        <p:txBody>
          <a:bodyPr/>
          <a:lstStyle/>
          <a:p>
            <a:r>
              <a:rPr lang="en-US" dirty="0"/>
              <a:t>Tags are descriptive labels attached to instructional items.</a:t>
            </a:r>
          </a:p>
          <a:p>
            <a:r>
              <a:rPr lang="en-US" dirty="0"/>
              <a:t>Items include quiz questions, assignments, and activities.</a:t>
            </a:r>
          </a:p>
          <a:p>
            <a:r>
              <a:rPr lang="en-US" dirty="0"/>
              <a:t>Tags identify which outcomes each item addresses.</a:t>
            </a:r>
          </a:p>
          <a:p>
            <a:r>
              <a:rPr lang="en-US" dirty="0"/>
              <a:t>Tagging connects individual content to course-wide goals.</a:t>
            </a:r>
          </a:p>
          <a:p>
            <a:r>
              <a:rPr lang="en-US" dirty="0"/>
              <a:t>Tags are anchored to defined outcomes or topic headings.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Systematic Tagging Matters</a:t>
            </a:r>
          </a:p>
        </p:txBody>
      </p:sp>
      <p:sp>
        <p:nvSpPr>
          <p:cNvPr id="3" name="Content Placeholder 2"/>
          <p:cNvSpPr>
            <a:spLocks noGrp="1"/>
          </p:cNvSpPr>
          <p:nvPr>
            <p:ph idx="1"/>
          </p:nvPr>
        </p:nvSpPr>
        <p:spPr/>
        <p:txBody>
          <a:bodyPr/>
          <a:lstStyle/>
          <a:p>
            <a:r>
              <a:rPr lang="en-US" dirty="0"/>
              <a:t>Tagging transforms individual items into a structured coverage map.</a:t>
            </a:r>
          </a:p>
          <a:p>
            <a:r>
              <a:rPr lang="en-US" dirty="0"/>
              <a:t>It reveals exactly which outcomes are and are not addressed.</a:t>
            </a:r>
          </a:p>
          <a:p>
            <a:r>
              <a:rPr lang="en-US" dirty="0"/>
              <a:t>Without tags, no structured data exists for coverage tracking.</a:t>
            </a:r>
          </a:p>
          <a:p>
            <a:r>
              <a:rPr lang="en-US" dirty="0"/>
              <a:t>Tagging is the essential first step in coverage analysis.</a:t>
            </a:r>
          </a:p>
          <a:p>
            <a:r>
              <a:rPr lang="en-US" dirty="0"/>
              <a:t>Systematic schemas ensure consistent, reliable coverage pictures.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AI-Generated Items Are Tagged</a:t>
            </a:r>
          </a:p>
        </p:txBody>
      </p:sp>
      <p:sp>
        <p:nvSpPr>
          <p:cNvPr id="3" name="Content Placeholder 2"/>
          <p:cNvSpPr>
            <a:spLocks noGrp="1"/>
          </p:cNvSpPr>
          <p:nvPr>
            <p:ph idx="1"/>
          </p:nvPr>
        </p:nvSpPr>
        <p:spPr/>
        <p:txBody>
          <a:bodyPr/>
          <a:lstStyle/>
          <a:p>
            <a:r>
              <a:rPr lang="en-US" dirty="0"/>
              <a:t>AI tools assign outcome tags automatically based on prompt context.</a:t>
            </a:r>
          </a:p>
          <a:p>
            <a:r>
              <a:rPr lang="en-US" dirty="0"/>
              <a:t>Tags reflect the outcome selected before generation begins.</a:t>
            </a:r>
          </a:p>
          <a:p>
            <a:r>
              <a:rPr lang="en-US" dirty="0"/>
              <a:t>Instructors must review auto-assigned tags for accuracy.</a:t>
            </a:r>
          </a:p>
          <a:p>
            <a:r>
              <a:rPr lang="en-US" dirty="0"/>
              <a:t>Corrections should be made before items enter coverage calculations.</a:t>
            </a:r>
          </a:p>
          <a:p>
            <a:r>
              <a:rPr lang="en-US" dirty="0"/>
              <a:t>Reviewed tags ensure the coverage report remains trustworthy.</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Tagging Instructor-Created and Multi-Type Content</a:t>
            </a:r>
          </a:p>
        </p:txBody>
      </p:sp>
      <p:sp>
        <p:nvSpPr>
          <p:cNvPr id="3" name="Content Placeholder 2"/>
          <p:cNvSpPr>
            <a:spLocks noGrp="1"/>
          </p:cNvSpPr>
          <p:nvPr>
            <p:ph idx="1"/>
          </p:nvPr>
        </p:nvSpPr>
        <p:spPr/>
        <p:txBody>
          <a:bodyPr/>
          <a:lstStyle/>
          <a:p>
            <a:r>
              <a:rPr lang="en-US" dirty="0"/>
              <a:t>Manually created items require a deliberate tagging step.</a:t>
            </a:r>
          </a:p>
          <a:p>
            <a:r>
              <a:rPr lang="en-US" dirty="0"/>
              <a:t>Instructors select relevant outcomes from a predefined list.</a:t>
            </a:r>
          </a:p>
          <a:p>
            <a:r>
              <a:rPr lang="en-US" dirty="0"/>
              <a:t>A consistent tag schema must apply across all content types.</a:t>
            </a:r>
          </a:p>
          <a:p>
            <a:r>
              <a:rPr lang="en-US" dirty="0"/>
              <a:t>One item can be tagged to multiple outcomes.</a:t>
            </a:r>
          </a:p>
          <a:p>
            <a:r>
              <a:rPr lang="en-US" dirty="0"/>
              <a:t>One outcome can be addressed by many different items.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Tags Feed Into the Coverage View</a:t>
            </a:r>
          </a:p>
        </p:txBody>
      </p:sp>
      <p:sp>
        <p:nvSpPr>
          <p:cNvPr id="3" name="Content Placeholder 2"/>
          <p:cNvSpPr>
            <a:spLocks noGrp="1"/>
          </p:cNvSpPr>
          <p:nvPr>
            <p:ph idx="1"/>
          </p:nvPr>
        </p:nvSpPr>
        <p:spPr/>
        <p:txBody>
          <a:bodyPr/>
          <a:lstStyle/>
          <a:p>
            <a:r>
              <a:rPr lang="en-US" dirty="0"/>
              <a:t>The system aggregates all tags across the entire course.</a:t>
            </a:r>
          </a:p>
          <a:p>
            <a:r>
              <a:rPr lang="en-US" dirty="0"/>
              <a:t>Aggregation produces a map of outcome-to-item associations.</a:t>
            </a:r>
          </a:p>
          <a:p>
            <a:r>
              <a:rPr lang="en-US" dirty="0"/>
              <a:t>The map shows which outcomes have associated items.</a:t>
            </a:r>
          </a:p>
          <a:p>
            <a:r>
              <a:rPr lang="en-US" dirty="0"/>
              <a:t>It also shows how many items address each outcome.</a:t>
            </a:r>
          </a:p>
          <a:p>
            <a:r>
              <a:rPr lang="en-US" dirty="0"/>
              <a:t>This aggregated view is the foundation of coverage tracking.</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and Reading a Coverage View</a:t>
            </a:r>
          </a:p>
        </p:txBody>
      </p:sp>
      <p:sp>
        <p:nvSpPr>
          <p:cNvPr id="3" name="Content Placeholder 2"/>
          <p:cNvSpPr>
            <a:spLocks noGrp="1"/>
          </p:cNvSpPr>
          <p:nvPr>
            <p:ph idx="1"/>
          </p:nvPr>
        </p:nvSpPr>
        <p:spPr/>
        <p:txBody>
          <a:bodyPr/>
          <a:lstStyle/>
          <a:p>
            <a:r>
              <a:rPr lang="en-US" dirty="0"/>
              <a:t>A coverage view lists all outcomes with associated item counts.</a:t>
            </a:r>
          </a:p>
          <a:p>
            <a:r>
              <a:rPr lang="en-US" dirty="0"/>
              <a:t>It shows whether each outcome has any linked content.</a:t>
            </a:r>
          </a:p>
          <a:p>
            <a:r>
              <a:rPr lang="en-US" dirty="0"/>
              <a:t>Outcomes with no items appear as clear gaps in the view.</a:t>
            </a:r>
          </a:p>
          <a:p>
            <a:r>
              <a:rPr lang="en-US" dirty="0"/>
              <a:t>Coverage density reveals shallow versus robust support.</a:t>
            </a:r>
          </a:p>
          <a:p>
            <a:r>
              <a:rPr lang="en-US" dirty="0"/>
              <a:t>The view is dynamic and updates as content changes.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Interpreting the Coverage View</a:t>
            </a:r>
          </a:p>
        </p:txBody>
      </p:sp>
      <p:sp>
        <p:nvSpPr>
          <p:cNvPr id="3" name="Content Placeholder 2"/>
          <p:cNvSpPr>
            <a:spLocks noGrp="1"/>
          </p:cNvSpPr>
          <p:nvPr>
            <p:ph idx="1"/>
          </p:nvPr>
        </p:nvSpPr>
        <p:spPr/>
        <p:txBody>
          <a:bodyPr/>
          <a:lstStyle/>
          <a:p>
            <a:r>
              <a:rPr lang="en-US" dirty="0"/>
              <a:t>Well-covered outcomes confirm which course areas are aligned.</a:t>
            </a:r>
          </a:p>
          <a:p>
            <a:r>
              <a:rPr lang="en-US" dirty="0"/>
              <a:t>Recognizing sufficient coverage is as important as spotting gaps.</a:t>
            </a:r>
          </a:p>
          <a:p>
            <a:r>
              <a:rPr lang="en-US" dirty="0"/>
              <a:t>Under-covered outcomes appear with low item counts.</a:t>
            </a:r>
          </a:p>
          <a:p>
            <a:r>
              <a:rPr lang="en-US" dirty="0"/>
              <a:t>Uncovered outcomes show no associated items at all.</a:t>
            </a:r>
          </a:p>
          <a:p>
            <a:r>
              <a:rPr lang="en-US" dirty="0"/>
              <a:t>Use the view as an ongoing planning and review tool.</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Identifying Gaps: Uncovered Outcomes</a:t>
            </a:r>
          </a:p>
        </p:txBody>
      </p:sp>
      <p:sp>
        <p:nvSpPr>
          <p:cNvPr id="3" name="Content Placeholder 2"/>
          <p:cNvSpPr>
            <a:spLocks noGrp="1"/>
          </p:cNvSpPr>
          <p:nvPr>
            <p:ph idx="1"/>
          </p:nvPr>
        </p:nvSpPr>
        <p:spPr/>
        <p:txBody>
          <a:bodyPr/>
          <a:lstStyle/>
          <a:p>
            <a:r>
              <a:rPr lang="en-US" dirty="0"/>
              <a:t>A coverage report maps each outcome to its tagged items.</a:t>
            </a:r>
          </a:p>
          <a:p>
            <a:r>
              <a:rPr lang="en-US" dirty="0"/>
              <a:t>Completely unaddressed outcomes represent the most critical gaps.</a:t>
            </a:r>
          </a:p>
          <a:p>
            <a:r>
              <a:rPr lang="en-US" dirty="0"/>
              <a:t>No tagged items means no instructional or assessment support.</a:t>
            </a:r>
          </a:p>
          <a:p>
            <a:r>
              <a:rPr lang="en-US" dirty="0"/>
              <a:t>These gaps must be prioritized for immediate remediation.</a:t>
            </a:r>
          </a:p>
          <a:p>
            <a:r>
              <a:rPr lang="en-US" dirty="0"/>
              <a:t>Visual summaries make unaddressed outcomes easy to spot.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Identifying Gaps: Patterns and Assessment Types</a:t>
            </a:r>
          </a:p>
        </p:txBody>
      </p:sp>
      <p:sp>
        <p:nvSpPr>
          <p:cNvPr id="3" name="Content Placeholder 2"/>
          <p:cNvSpPr>
            <a:spLocks noGrp="1"/>
          </p:cNvSpPr>
          <p:nvPr>
            <p:ph idx="1"/>
          </p:nvPr>
        </p:nvSpPr>
        <p:spPr/>
        <p:txBody>
          <a:bodyPr/>
          <a:lstStyle/>
          <a:p>
            <a:r>
              <a:rPr lang="en-US" dirty="0"/>
              <a:t>Under-coverage often follows systemic patterns across related topics.</a:t>
            </a:r>
          </a:p>
          <a:p>
            <a:r>
              <a:rPr lang="en-US" dirty="0"/>
              <a:t>Gaps may cluster around specific topic areas or skill levels.</a:t>
            </a:r>
          </a:p>
          <a:p>
            <a:r>
              <a:rPr lang="en-US" dirty="0"/>
              <a:t>An outcome may be taught but never formally assessed.</a:t>
            </a:r>
          </a:p>
          <a:p>
            <a:r>
              <a:rPr lang="en-US" dirty="0"/>
              <a:t>Analyze gaps by content type: quiz, assignment, activity.</a:t>
            </a:r>
          </a:p>
          <a:p>
            <a:r>
              <a:rPr lang="en-US" dirty="0"/>
              <a:t>Documenting gaps supports tracking and team communication.</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Prioritizing Which Gaps to Address First</a:t>
            </a:r>
          </a:p>
        </p:txBody>
      </p:sp>
      <p:sp>
        <p:nvSpPr>
          <p:cNvPr id="3" name="Content Placeholder 2"/>
          <p:cNvSpPr>
            <a:spLocks noGrp="1"/>
          </p:cNvSpPr>
          <p:nvPr>
            <p:ph idx="1"/>
          </p:nvPr>
        </p:nvSpPr>
        <p:spPr/>
        <p:txBody>
          <a:bodyPr/>
          <a:lstStyle/>
          <a:p>
            <a:r>
              <a:rPr lang="en-US" dirty="0"/>
              <a:t>Not all gaps carry equal instructional risk.</a:t>
            </a:r>
          </a:p>
          <a:p>
            <a:r>
              <a:rPr lang="en-US" dirty="0"/>
              <a:t>Prioritize by outcome importance and centrality to the course.</a:t>
            </a:r>
          </a:p>
          <a:p>
            <a:r>
              <a:rPr lang="en-US" dirty="0"/>
              <a:t>High-stakes outcomes with no assessment items come first.</a:t>
            </a:r>
          </a:p>
          <a:p>
            <a:r>
              <a:rPr lang="en-US" dirty="0"/>
              <a:t>Outcomes tied to course prerequisites deserve early attention.</a:t>
            </a:r>
          </a:p>
          <a:p>
            <a:r>
              <a:rPr lang="en-US" dirty="0"/>
              <a:t>A clear priority order focuses remediation efforts efficiently.</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Closing the Loop: Planning, Teaching, and Assessment</a:t>
            </a:r>
          </a:p>
        </p:txBody>
      </p:sp>
      <p:sp>
        <p:nvSpPr>
          <p:cNvPr id="3" name="Content Placeholder 2"/>
          <p:cNvSpPr>
            <a:spLocks noGrp="1"/>
          </p:cNvSpPr>
          <p:nvPr>
            <p:ph idx="1"/>
          </p:nvPr>
        </p:nvSpPr>
        <p:spPr/>
        <p:txBody>
          <a:bodyPr/>
          <a:lstStyle/>
          <a:p>
            <a:r>
              <a:rPr lang="en-US" dirty="0"/>
              <a:t>Curriculum design connects planning, teaching, and assessment cyclically.</a:t>
            </a:r>
          </a:p>
          <a:p>
            <a:r>
              <a:rPr lang="en-US" dirty="0"/>
              <a:t>Each phase informs and depends on the others.</a:t>
            </a:r>
          </a:p>
          <a:p>
            <a:r>
              <a:rPr lang="en-US" dirty="0"/>
              <a:t>Coverage reports reveal the current state of alignment.</a:t>
            </a:r>
          </a:p>
          <a:p>
            <a:r>
              <a:rPr lang="en-US" dirty="0"/>
              <a:t>Gaps are decision points, not just problems to note.</a:t>
            </a:r>
          </a:p>
          <a:p>
            <a:r>
              <a:rPr lang="en-US" dirty="0"/>
              <a:t>The loop must be maintained as a continuous practice.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and Revising Content to Close Gaps</a:t>
            </a:r>
          </a:p>
        </p:txBody>
      </p:sp>
      <p:sp>
        <p:nvSpPr>
          <p:cNvPr id="3" name="Content Placeholder 2"/>
          <p:cNvSpPr>
            <a:spLocks noGrp="1"/>
          </p:cNvSpPr>
          <p:nvPr>
            <p:ph idx="1"/>
          </p:nvPr>
        </p:nvSpPr>
        <p:spPr/>
        <p:txBody>
          <a:bodyPr/>
          <a:lstStyle/>
          <a:p>
            <a:r>
              <a:rPr lang="en-US" dirty="0"/>
              <a:t>Gaps signal the need to create new or revise existing materials.</a:t>
            </a:r>
          </a:p>
          <a:p>
            <a:r>
              <a:rPr lang="en-US" dirty="0"/>
              <a:t>New items are generated and immediately tagged to outcomes.</a:t>
            </a:r>
          </a:p>
          <a:p>
            <a:r>
              <a:rPr lang="en-US" dirty="0"/>
              <a:t>Existing items may be revised or reassigned to fill gaps.</a:t>
            </a:r>
          </a:p>
          <a:p>
            <a:r>
              <a:rPr lang="en-US" dirty="0"/>
              <a:t>Coverage findings feed directly back into the course plan.</a:t>
            </a:r>
          </a:p>
          <a:p>
            <a:r>
              <a:rPr lang="en-US" dirty="0"/>
              <a:t>Updated tags refresh the coverage view automatically.</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Making Coverage Tracking a Continuous Practice</a:t>
            </a:r>
          </a:p>
        </p:txBody>
      </p:sp>
      <p:sp>
        <p:nvSpPr>
          <p:cNvPr id="3" name="Content Placeholder 2"/>
          <p:cNvSpPr>
            <a:spLocks noGrp="1"/>
          </p:cNvSpPr>
          <p:nvPr>
            <p:ph idx="1"/>
          </p:nvPr>
        </p:nvSpPr>
        <p:spPr/>
        <p:txBody>
          <a:bodyPr/>
          <a:lstStyle/>
          <a:p>
            <a:r>
              <a:rPr lang="en-US" dirty="0"/>
              <a:t>Revisit the coverage view at each major course revision cycle.</a:t>
            </a:r>
          </a:p>
          <a:p>
            <a:r>
              <a:rPr lang="en-US" dirty="0"/>
              <a:t>Add, remove, or retag items as curriculum evolves.</a:t>
            </a:r>
          </a:p>
          <a:p>
            <a:r>
              <a:rPr lang="en-US" dirty="0"/>
              <a:t>Share coverage reports with team members and stakeholders.</a:t>
            </a:r>
          </a:p>
          <a:p>
            <a:r>
              <a:rPr lang="en-US" dirty="0"/>
              <a:t>Use the view to onboard new contributors to the course.</a:t>
            </a:r>
          </a:p>
          <a:p>
            <a:r>
              <a:rPr lang="en-US" dirty="0"/>
              <a:t>Embed coverage review into standard quality assurance workflows.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From Tagging to Continuous Improvement</a:t>
            </a:r>
          </a:p>
        </p:txBody>
      </p:sp>
      <p:sp>
        <p:nvSpPr>
          <p:cNvPr id="3" name="Content Placeholder 2"/>
          <p:cNvSpPr>
            <a:spLocks noGrp="1"/>
          </p:cNvSpPr>
          <p:nvPr>
            <p:ph idx="1"/>
          </p:nvPr>
        </p:nvSpPr>
        <p:spPr/>
        <p:txBody>
          <a:bodyPr/>
          <a:lstStyle/>
          <a:p>
            <a:r>
              <a:rPr lang="en-US" dirty="0"/>
              <a:t>Tags connect every content item to specific learning outcomes.</a:t>
            </a:r>
          </a:p>
          <a:p>
            <a:r>
              <a:rPr lang="en-US" dirty="0"/>
              <a:t>Coverage views aggregate tags into an actionable alignment map.</a:t>
            </a:r>
          </a:p>
          <a:p>
            <a:r>
              <a:rPr lang="en-US" dirty="0"/>
              <a:t>Gaps — uncovered or under-covered — are identified and prioritized.</a:t>
            </a:r>
          </a:p>
          <a:p>
            <a:r>
              <a:rPr lang="en-US" dirty="0"/>
              <a:t>Findings drive targeted creation, revision, and planning decisions.</a:t>
            </a:r>
          </a:p>
          <a:p>
            <a:r>
              <a:rPr lang="en-US" dirty="0"/>
              <a:t>The planning-teaching-assessment loop closes and repeats continuously.</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Tracking Coverage: Tagging Content to Outcomes and Spotting Gaps</dc:title>
  <dc:creator>PreseMaker</dc:creator>
  <cp:lastModifiedBy>PreseMaker</cp:lastModifiedBy>
  <dcterms:created xsi:type="dcterms:W3CDTF">2026-07-09T13:28:49Z</dcterms:created>
  <dcterms:modified xsi:type="dcterms:W3CDTF">2026-07-09T13:28:49Z</dcterms:modified>
</cp:coreProperties>
</file>