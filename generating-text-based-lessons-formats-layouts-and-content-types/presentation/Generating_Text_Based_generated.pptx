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module on generating text-based lessons using PreseMaker. Over the course of this presentation, we will explore how PreseMaker produces web-ready instructional content, the layout formats available, how to apply visual themes, and how to choose the right content type for your instructional goals. By the end, you will have a clear framework for making confident decisions within PreseMaker.</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is a content generation tool designed to produce web-ready instructional materials from structured input. It removes the manual burden of formatting, allowing designers to focus on content quality. Text-based lessons remain foundational in instructional design because they work across platforms, require no special plugins, and are easy to maintain. This module introduces the full range of PreseMaker outputs — including accordion, printable, WordPress, and Markdown layouts — as well as content types such as Topic Overviews, Topic Details, lesson plans, example problems, and suggested sources. Visual themes allow HTML outputs to look polished and consistent. This slide sets the stage for everything that follows.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Understanding the structure of this module helps learners navigate it effectively. We begin with output layouts — the structural containers for lesson content — then move to visual themes, which shape how HTML output looks. From there, we explore the distinction between Topic Overview and Topic Detail content types, followed by specialized types including lesson plans, example problems, and suggested sources. The sequence is intentional: foundational decisions like layout and theme come before content-level decisions, mirroring the actual workflow in PreseMaker.</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supports four distinct output layout formats. The accordion layout organizes content into expandable and collapsible sections, making it ideal for learners who want to navigate at their own pace in a browser. The printable layout generates a straightforward HTML document optimized for printing or saving as a PDF reference. The WordPress layout produces content formatted specifically for direct use within the WordPress CMS, reducing republishing friction. The Markdown layout uses lightweight plain-text syntax widely adopted in coding platforms, documentation tools, and static site generators. Choosing the right format depends on where the lesson will be delivered and how it will be maintained over time.</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Selecting the appropriate layout is a contextual decision, not a default one. Ask where learners will consume the content: in a browser, on paper, within a CMS, or in a technical documentation environment? If learners are engaging interactively online, the accordion layout supports exploration. If they need a handout or offline reference, the printable layout is appropriate. WordPress layout eliminates extra reformatting steps for teams already using that CMS. Markdown is the right choice when the content will live in a code repository, documentation site, or static site generator. Making this decision early in the workflow prevents rework later.</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generating HTML-based lessons in PreseMaker, visual themes determine how the final output looks and feels. Themes govern colors, font choices, spacing, and overall layout styling, ensuring that even plain text content appears polished and professional. PreseMaker provides a set of selectable themes within the HTML output settings, allowing users to preview options before committing. Choosing the right theme means considering who will view the content — students in a self-paced course may need a calm, readable design, while professional reference materials may call for a more formal appearance. Importantly, theme selection happens before the final output is generated, so it should be part of your planning process, not an afterthought.</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Beyond individual lessons, theme consistency across an entire course or module set matters significantly for learner experience. When learners encounter the same visual style in every lesson, they spend less cognitive effort adjusting to new layouts and more focus on actual content. Consistent theming also reinforces organizational or brand identity, which is especially important in professional development and corporate training contexts. Best practice is to establish a theme standard at the start of a course project and apply it uniformly. PreseMaker's theme selection workflow makes this easy to replicate across multiple content generation sessions.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supports two primary instructional content types that differ in depth and purpose. A Topic Overview provides a broad, accessible introduction to a subject — it orients learners to the big picture without diving deep. This is the right choice when the instructional goal is motivation, orientation, or establishing context before more detailed study. A Topic Detail, by contrast, dives thoroughly into a specific concept, process, or skill, providing the explanation needed for genuine understanding or application. The decision between these two types is fundamentally tied to the learning objective: if learners need to do something with the knowledge, Topic Detail is generally required. Learner prior knowledge and the content's role within the larger module also factor into this judgment.</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PreseMaker generates content, Topic Overviews and Topic Details differ not only in depth of information but also in their structural and formatting characteristics. An Overview typically produces a shorter document with broad introductory sections, a summary, and perhaps a prompt directing learners to the next step. A Topic Detail generates a longer, more layered document with multiple subheadings, step-by-step explanations, and thorough coverage of nuance and application. Both content types are compatible with all four layout formats, meaning you can deliver a Topic Detail in an accordion layout for web use or as a printable document for classroom reference. Understanding these structural differences helps you plan the full lesson architecture before generating content.</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 addition to Topic Overviews and Topic Details, PreseMaker can generate fully structured lesson plans. These documents organize instructional content into clearly defined stages — such as learning objectives, instructional activities, practice opportunities, and assessment checkpoints — following established instructional design conventions. Lesson plans generated by PreseMaker are particularly valuable for educators and trainers who need to plan and deliver instruction in a live or facilitated setting. By automating the structural scaffolding, PreseMaker allows designers to focus on content quality and alignment with learning goals rather than document formatting and organization.</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Worked example problems are a powerful instructional tool, and PreseMaker can generate them directly as a content type. A worked example walks learners through a question or scenario step by step, making expert thinking visible and modeling the reasoning process. This approach is especially effective for procedural skills, mathematical problem solving, and analytical tasks where learners benefit from seeing how to approach a problem before attempting one independently. The decision to use example problems depends on the nature of the skill and the level of scaffolding learners require — novice learners typically benefit more from worked examples than experienced practitioners. PreseMaker's example problem output is designed to reduce cognitive load during initial skill acquisition by breaking down each step clearly.</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can also generate a suggested sources section as a standalone content type or as part of a larger lesson. This section curates additional reading, references, or multimedia resources relevant to the topic, giving learners pathways to extend their understanding beyond the generated lesson. Suggested sources serve diverse learner needs: some learners want a quick clarification reference, while others are pursuing mastery or professional development and need deeper resources. Including suggested sources signals to learners that the lesson is a starting point, not a ceiling, and encourages ongoing inquiry. When combined with Topic Detail content or lesson plans, suggested sources create a richer, more complete instructional experience.</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specialized content types in PreseMaker — lesson plans, worked example problems, and suggested sources — are most effective when used strategically in combination with each other and with Topic Overviews or Topic Details. For example, a complete instructional module might begin with a Topic Overview to orient learners, move into a Topic Detail for depth, include worked example problems to scaffold skill application, and close with a suggested sources section for extended learning. A lesson plan can serve as the organizing document that ties these elements together for a facilitator. By aligning each content type to a specific stage in the learning process, designers maximize instructional impact and address the needs of diverse learners.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module covered the full range of PreseMaker's text generation capabilities. The key decisions you will make as a designer are: which layout format to use (accordion, printable, WordPress, or Markdown), which visual theme to apply for HTML output, whether to generate a Topic Overview or Topic Detail based on your learning objective, and which specialized content types — lesson plans, example problems, or suggested sources — to include. Consistency across these decisions, especially theme and layout, is what transforms individual lessons into a coherent learning experience. PreseMaker's structure supports all of these decisions within an integrated workflow, making it a flexible and efficient tool for modern instructional design.</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Text-Based Lessons: Formats, Layouts, and Content Types</a:t>
            </a:r>
          </a:p>
        </p:txBody>
      </p:sp>
      <p:sp>
        <p:nvSpPr>
          <p:cNvPr id="3" name="Content Placeholder 2"/>
          <p:cNvSpPr>
            <a:spLocks noGrp="1"/>
          </p:cNvSpPr>
          <p:nvPr>
            <p:ph idx="1"/>
          </p:nvPr>
        </p:nvSpPr>
        <p:spPr/>
        <p:txBody>
          <a:bodyPr/>
          <a:lstStyle/>
          <a:p>
            <a:pPr algn="ctr">
              <a:buNone/>
            </a:pPr>
            <a:r>
              <a:rPr lang="en-US" dirty="0"/>
              <a:t>A practical guide to PreseMaker's text generation capabilities, output formats, and content types for instructional designers.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PreseMaker and Text-Based Lessons</a:t>
            </a:r>
          </a:p>
        </p:txBody>
      </p:sp>
      <p:sp>
        <p:nvSpPr>
          <p:cNvPr id="3" name="Content Placeholder 2"/>
          <p:cNvSpPr>
            <a:spLocks noGrp="1"/>
          </p:cNvSpPr>
          <p:nvPr>
            <p:ph idx="1"/>
          </p:nvPr>
        </p:nvSpPr>
        <p:spPr/>
        <p:txBody>
          <a:bodyPr/>
          <a:lstStyle/>
          <a:p>
            <a:r>
              <a:rPr lang="en-US" dirty="0"/>
              <a:t>PreseMaker automates layout and formatting of instructional materials</a:t>
            </a:r>
          </a:p>
          <a:p>
            <a:r>
              <a:rPr lang="en-US" dirty="0"/>
              <a:t>Text-based lessons are accessible, scalable, and platform-friendly</a:t>
            </a:r>
          </a:p>
          <a:p>
            <a:r>
              <a:rPr lang="en-US" dirty="0"/>
              <a:t>Multiple output formats match different delivery contexts</a:t>
            </a:r>
          </a:p>
          <a:p>
            <a:r>
              <a:rPr lang="en-US" dirty="0"/>
              <a:t>Supported content types range from overviews to lesson plans</a:t>
            </a:r>
          </a:p>
          <a:p>
            <a:r>
              <a:rPr lang="en-US" dirty="0"/>
              <a:t>Visual themes control HTML output appearance and consistency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This Module Is Organized</a:t>
            </a:r>
          </a:p>
        </p:txBody>
      </p:sp>
      <p:sp>
        <p:nvSpPr>
          <p:cNvPr id="3" name="Content Placeholder 2"/>
          <p:cNvSpPr>
            <a:spLocks noGrp="1"/>
          </p:cNvSpPr>
          <p:nvPr>
            <p:ph idx="1"/>
          </p:nvPr>
        </p:nvSpPr>
        <p:spPr/>
        <p:txBody>
          <a:bodyPr/>
          <a:lstStyle/>
          <a:p>
            <a:r>
              <a:rPr lang="en-US" dirty="0"/>
              <a:t>Module moves from foundational concepts to practical application</a:t>
            </a:r>
          </a:p>
          <a:p>
            <a:r>
              <a:rPr lang="en-US" dirty="0"/>
              <a:t>Layouts are covered before content types for clarity</a:t>
            </a:r>
          </a:p>
          <a:p>
            <a:r>
              <a:rPr lang="en-US" dirty="0"/>
              <a:t>Theme selection is addressed as part of HTML output</a:t>
            </a:r>
          </a:p>
          <a:p>
            <a:r>
              <a:rPr lang="en-US" dirty="0"/>
              <a:t>Specialized content types are explored in a dedicated section</a:t>
            </a:r>
          </a:p>
          <a:p>
            <a:r>
              <a:rPr lang="en-US" dirty="0"/>
              <a:t>Each section builds on the one before it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Layouts: The Four Primary Formats</a:t>
            </a:r>
          </a:p>
        </p:txBody>
      </p:sp>
      <p:sp>
        <p:nvSpPr>
          <p:cNvPr id="3" name="Content Placeholder 2"/>
          <p:cNvSpPr>
            <a:spLocks noGrp="1"/>
          </p:cNvSpPr>
          <p:nvPr>
            <p:ph idx="1"/>
          </p:nvPr>
        </p:nvSpPr>
        <p:spPr/>
        <p:txBody>
          <a:bodyPr/>
          <a:lstStyle/>
          <a:p>
            <a:r>
              <a:rPr lang="en-US" dirty="0"/>
              <a:t>Accordion layout: collapsible sections for interactive web delivery</a:t>
            </a:r>
          </a:p>
          <a:p>
            <a:r>
              <a:rPr lang="en-US" dirty="0"/>
              <a:t>Printable layout: clean, linear HTML for print or PDF</a:t>
            </a:r>
          </a:p>
          <a:p>
            <a:r>
              <a:rPr lang="en-US" dirty="0"/>
              <a:t>WordPress layout: structured content ready for CMS publishing</a:t>
            </a:r>
          </a:p>
          <a:p>
            <a:r>
              <a:rPr lang="en-US" dirty="0"/>
              <a:t>Markdown layout: plain-text format for documentation and static sites</a:t>
            </a:r>
          </a:p>
          <a:p>
            <a:r>
              <a:rPr lang="en-US" dirty="0"/>
              <a:t>Each format suits different delivery and maintenance needs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Right Layout for Your Context</a:t>
            </a:r>
          </a:p>
        </p:txBody>
      </p:sp>
      <p:sp>
        <p:nvSpPr>
          <p:cNvPr id="3" name="Content Placeholder 2"/>
          <p:cNvSpPr>
            <a:spLocks noGrp="1"/>
          </p:cNvSpPr>
          <p:nvPr>
            <p:ph idx="1"/>
          </p:nvPr>
        </p:nvSpPr>
        <p:spPr/>
        <p:txBody>
          <a:bodyPr/>
          <a:lstStyle/>
          <a:p>
            <a:r>
              <a:rPr lang="en-US" dirty="0"/>
              <a:t>Consider how and where learners will access the content</a:t>
            </a:r>
          </a:p>
          <a:p>
            <a:r>
              <a:rPr lang="en-US" dirty="0"/>
              <a:t>Web-based interaction favors the accordion layout</a:t>
            </a:r>
          </a:p>
          <a:p>
            <a:r>
              <a:rPr lang="en-US" dirty="0"/>
              <a:t>Print or offline reference needs suit the printable layout</a:t>
            </a:r>
          </a:p>
          <a:p>
            <a:r>
              <a:rPr lang="en-US" dirty="0"/>
              <a:t>WordPress is best when publishing directly to a CMS</a:t>
            </a:r>
          </a:p>
          <a:p>
            <a:r>
              <a:rPr lang="en-US" dirty="0"/>
              <a:t>Markdown fits technical or developer-focused documentation workflows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Visual Themes for HTML Output</a:t>
            </a:r>
          </a:p>
        </p:txBody>
      </p:sp>
      <p:sp>
        <p:nvSpPr>
          <p:cNvPr id="3" name="Content Placeholder 2"/>
          <p:cNvSpPr>
            <a:spLocks noGrp="1"/>
          </p:cNvSpPr>
          <p:nvPr>
            <p:ph idx="1"/>
          </p:nvPr>
        </p:nvSpPr>
        <p:spPr/>
        <p:txBody>
          <a:bodyPr/>
          <a:lstStyle/>
          <a:p>
            <a:r>
              <a:rPr lang="en-US" dirty="0"/>
              <a:t>Themes control colors, typography, and layout styling</a:t>
            </a:r>
          </a:p>
          <a:p>
            <a:r>
              <a:rPr lang="en-US" dirty="0"/>
              <a:t>Theme options are accessible within HTML output settings</a:t>
            </a:r>
          </a:p>
          <a:p>
            <a:r>
              <a:rPr lang="en-US" dirty="0"/>
              <a:t>Match theme to audience, purpose, and use context</a:t>
            </a:r>
          </a:p>
          <a:p>
            <a:r>
              <a:rPr lang="en-US" dirty="0"/>
              <a:t>Theme choice directly affects readability and navigation</a:t>
            </a:r>
          </a:p>
          <a:p>
            <a:r>
              <a:rPr lang="en-US" dirty="0"/>
              <a:t>Apply the theme before final content generation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Consistency and Reuse of Themes Across Lessons</a:t>
            </a:r>
          </a:p>
        </p:txBody>
      </p:sp>
      <p:sp>
        <p:nvSpPr>
          <p:cNvPr id="3" name="Content Placeholder 2"/>
          <p:cNvSpPr>
            <a:spLocks noGrp="1"/>
          </p:cNvSpPr>
          <p:nvPr>
            <p:ph idx="1"/>
          </p:nvPr>
        </p:nvSpPr>
        <p:spPr/>
        <p:txBody>
          <a:bodyPr/>
          <a:lstStyle/>
          <a:p>
            <a:r>
              <a:rPr lang="en-US" dirty="0"/>
              <a:t>Consistent themes create a cohesive learning experience</a:t>
            </a:r>
          </a:p>
          <a:p>
            <a:r>
              <a:rPr lang="en-US" dirty="0"/>
              <a:t>Reusing themes reinforces course or brand identity</a:t>
            </a:r>
          </a:p>
          <a:p>
            <a:r>
              <a:rPr lang="en-US" dirty="0"/>
              <a:t>Theme consistency reduces cognitive load for learners</a:t>
            </a:r>
          </a:p>
          <a:p>
            <a:r>
              <a:rPr lang="en-US" dirty="0"/>
              <a:t>Establish a theme standard early in course development</a:t>
            </a:r>
          </a:p>
          <a:p>
            <a:r>
              <a:rPr lang="en-US" dirty="0"/>
              <a:t>Apply the same theme across related modules and lessons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 Types: Topic Overview vs. Topic Detail</a:t>
            </a:r>
          </a:p>
        </p:txBody>
      </p:sp>
      <p:sp>
        <p:nvSpPr>
          <p:cNvPr id="3" name="Content Placeholder 2"/>
          <p:cNvSpPr>
            <a:spLocks noGrp="1"/>
          </p:cNvSpPr>
          <p:nvPr>
            <p:ph idx="1"/>
          </p:nvPr>
        </p:nvSpPr>
        <p:spPr/>
        <p:txBody>
          <a:bodyPr/>
          <a:lstStyle/>
          <a:p>
            <a:r>
              <a:rPr lang="en-US" dirty="0"/>
              <a:t>Topic Overview: high-level introduction and orientation</a:t>
            </a:r>
          </a:p>
          <a:p>
            <a:r>
              <a:rPr lang="en-US" dirty="0"/>
              <a:t>Topic Detail: deep explanation for mastery or skill application</a:t>
            </a:r>
          </a:p>
          <a:p>
            <a:r>
              <a:rPr lang="en-US" dirty="0"/>
              <a:t>Use Overview to motivate or set up a learning sequence</a:t>
            </a:r>
          </a:p>
          <a:p>
            <a:r>
              <a:rPr lang="en-US" dirty="0"/>
              <a:t>Use Detail when learners must fully understand a process</a:t>
            </a:r>
          </a:p>
          <a:p>
            <a:r>
              <a:rPr lang="en-US" dirty="0"/>
              <a:t>Content depth selection is driven by learning objectives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Differences in Generated Output</a:t>
            </a:r>
          </a:p>
        </p:txBody>
      </p:sp>
      <p:sp>
        <p:nvSpPr>
          <p:cNvPr id="3" name="Content Placeholder 2"/>
          <p:cNvSpPr>
            <a:spLocks noGrp="1"/>
          </p:cNvSpPr>
          <p:nvPr>
            <p:ph idx="1"/>
          </p:nvPr>
        </p:nvSpPr>
        <p:spPr/>
        <p:txBody>
          <a:bodyPr/>
          <a:lstStyle/>
          <a:p>
            <a:r>
              <a:rPr lang="en-US" dirty="0"/>
              <a:t>Overviews are shorter with broader, introductory structure</a:t>
            </a:r>
          </a:p>
          <a:p>
            <a:r>
              <a:rPr lang="en-US" dirty="0"/>
              <a:t>Details are longer with layered, explanation-heavy structure</a:t>
            </a:r>
          </a:p>
          <a:p>
            <a:r>
              <a:rPr lang="en-US" dirty="0"/>
              <a:t>Detail outputs include more subheadings and step breakdowns</a:t>
            </a:r>
          </a:p>
          <a:p>
            <a:r>
              <a:rPr lang="en-US" dirty="0"/>
              <a:t>Overviews may include summaries and next-step prompts</a:t>
            </a:r>
          </a:p>
          <a:p>
            <a:r>
              <a:rPr lang="en-US" dirty="0"/>
              <a:t>Both types adapt to the selected layout format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Specialized Content Types: Lesson Plans</a:t>
            </a:r>
          </a:p>
        </p:txBody>
      </p:sp>
      <p:sp>
        <p:nvSpPr>
          <p:cNvPr id="3" name="Content Placeholder 2"/>
          <p:cNvSpPr>
            <a:spLocks noGrp="1"/>
          </p:cNvSpPr>
          <p:nvPr>
            <p:ph idx="1"/>
          </p:nvPr>
        </p:nvSpPr>
        <p:spPr/>
        <p:txBody>
          <a:bodyPr/>
          <a:lstStyle/>
          <a:p>
            <a:r>
              <a:rPr lang="en-US" dirty="0"/>
              <a:t>PreseMaker generates fully structured lesson plans</a:t>
            </a:r>
          </a:p>
          <a:p>
            <a:r>
              <a:rPr lang="en-US" dirty="0"/>
              <a:t>Lesson plans organize content into clearly defined stages</a:t>
            </a:r>
          </a:p>
          <a:p>
            <a:r>
              <a:rPr lang="en-US" dirty="0"/>
              <a:t>Useful for educators, trainers, and facilitators</a:t>
            </a:r>
          </a:p>
          <a:p>
            <a:r>
              <a:rPr lang="en-US" dirty="0"/>
              <a:t>Stages may include objectives, activities, and assessments</a:t>
            </a:r>
          </a:p>
          <a:p>
            <a:r>
              <a:rPr lang="en-US" dirty="0"/>
              <a:t>Reduces planning time by automating structural scaffolding</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Specialized Content Types: Example Problems</a:t>
            </a:r>
          </a:p>
        </p:txBody>
      </p:sp>
      <p:sp>
        <p:nvSpPr>
          <p:cNvPr id="3" name="Content Placeholder 2"/>
          <p:cNvSpPr>
            <a:spLocks noGrp="1"/>
          </p:cNvSpPr>
          <p:nvPr>
            <p:ph idx="1"/>
          </p:nvPr>
        </p:nvSpPr>
        <p:spPr/>
        <p:txBody>
          <a:bodyPr/>
          <a:lstStyle/>
          <a:p>
            <a:r>
              <a:rPr lang="en-US" dirty="0"/>
              <a:t>PreseMaker produces worked example problems step by step</a:t>
            </a:r>
          </a:p>
          <a:p>
            <a:r>
              <a:rPr lang="en-US" dirty="0"/>
              <a:t>Examples model expert thinking and problem-solving processes</a:t>
            </a:r>
          </a:p>
          <a:p>
            <a:r>
              <a:rPr lang="en-US" dirty="0"/>
              <a:t>Use when learners need scaffolding to apply a skill</a:t>
            </a:r>
          </a:p>
          <a:p>
            <a:r>
              <a:rPr lang="en-US" dirty="0"/>
              <a:t>Best for procedural, mathematical, or analytical content</a:t>
            </a:r>
          </a:p>
          <a:p>
            <a:r>
              <a:rPr lang="en-US" dirty="0"/>
              <a:t>Examples reduce cognitive load during initial skill acquisition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Specialized Content Types: Suggested Sources</a:t>
            </a:r>
          </a:p>
        </p:txBody>
      </p:sp>
      <p:sp>
        <p:nvSpPr>
          <p:cNvPr id="3" name="Content Placeholder 2"/>
          <p:cNvSpPr>
            <a:spLocks noGrp="1"/>
          </p:cNvSpPr>
          <p:nvPr>
            <p:ph idx="1"/>
          </p:nvPr>
        </p:nvSpPr>
        <p:spPr/>
        <p:txBody>
          <a:bodyPr/>
          <a:lstStyle/>
          <a:p>
            <a:r>
              <a:rPr lang="en-US" dirty="0"/>
              <a:t>PreseMaker generates curated suggested sources sections</a:t>
            </a:r>
          </a:p>
          <a:p>
            <a:r>
              <a:rPr lang="en-US" dirty="0"/>
              <a:t>Sources point learners to additional reading and references</a:t>
            </a:r>
          </a:p>
          <a:p>
            <a:r>
              <a:rPr lang="en-US" dirty="0"/>
              <a:t>Addresses needs from quick clarification to deep mastery</a:t>
            </a:r>
          </a:p>
          <a:p>
            <a:r>
              <a:rPr lang="en-US" dirty="0"/>
              <a:t>Supports self-directed and professional development learners</a:t>
            </a:r>
          </a:p>
          <a:p>
            <a:r>
              <a:rPr lang="en-US" dirty="0"/>
              <a:t>Combine with other content types to extend learning</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Specialized Content Types for Maximum Impact</a:t>
            </a:r>
          </a:p>
        </p:txBody>
      </p:sp>
      <p:sp>
        <p:nvSpPr>
          <p:cNvPr id="3" name="Content Placeholder 2"/>
          <p:cNvSpPr>
            <a:spLocks noGrp="1"/>
          </p:cNvSpPr>
          <p:nvPr>
            <p:ph idx="1"/>
          </p:nvPr>
        </p:nvSpPr>
        <p:spPr/>
        <p:txBody>
          <a:bodyPr/>
          <a:lstStyle/>
          <a:p>
            <a:r>
              <a:rPr lang="en-US" dirty="0"/>
              <a:t>Lesson plans, examples, and sources work best together</a:t>
            </a:r>
          </a:p>
          <a:p>
            <a:r>
              <a:rPr lang="en-US" dirty="0"/>
              <a:t>Combine types to create a complete instructional experience</a:t>
            </a:r>
          </a:p>
          <a:p>
            <a:r>
              <a:rPr lang="en-US" dirty="0"/>
              <a:t>Align each content type to a specific learning stage</a:t>
            </a:r>
          </a:p>
          <a:p>
            <a:r>
              <a:rPr lang="en-US" dirty="0"/>
              <a:t>Mixing types increases engagement and knowledge retention</a:t>
            </a:r>
          </a:p>
          <a:p>
            <a:r>
              <a:rPr lang="en-US" dirty="0"/>
              <a:t>Strategic combinations address diverse learner needs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Key Decisions in PreseMaker Lesson Generation</a:t>
            </a:r>
          </a:p>
        </p:txBody>
      </p:sp>
      <p:sp>
        <p:nvSpPr>
          <p:cNvPr id="3" name="Content Placeholder 2"/>
          <p:cNvSpPr>
            <a:spLocks noGrp="1"/>
          </p:cNvSpPr>
          <p:nvPr>
            <p:ph idx="1"/>
          </p:nvPr>
        </p:nvSpPr>
        <p:spPr/>
        <p:txBody>
          <a:bodyPr/>
          <a:lstStyle/>
          <a:p>
            <a:r>
              <a:rPr lang="en-US" dirty="0"/>
              <a:t>Choose the layout that fits your delivery context</a:t>
            </a:r>
          </a:p>
          <a:p>
            <a:r>
              <a:rPr lang="en-US" dirty="0"/>
              <a:t>Select a visual theme that serves your audience and purpose</a:t>
            </a:r>
          </a:p>
          <a:p>
            <a:r>
              <a:rPr lang="en-US" dirty="0"/>
              <a:t>Match content type depth to your learning objective</a:t>
            </a:r>
          </a:p>
          <a:p>
            <a:r>
              <a:rPr lang="en-US" dirty="0"/>
              <a:t>Use specialized types to scaffold, extend, or organize learning</a:t>
            </a:r>
          </a:p>
          <a:p>
            <a:r>
              <a:rPr lang="en-US" dirty="0"/>
              <a:t>Apply consistent choices across lessons for a cohesive experience</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14</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Generating Text-Based Lessons: Formats, Layouts, and Content Types</dc:title>
  <dc:creator>PreseMaker</dc:creator>
  <cp:lastModifiedBy>PreseMaker</cp:lastModifiedBy>
  <dcterms:created xsi:type="dcterms:W3CDTF">2026-07-09T13:24:15Z</dcterms:created>
  <dcterms:modified xsi:type="dcterms:W3CDTF">2026-07-09T13:24:15Z</dcterms:modified>
</cp:coreProperties>
</file>