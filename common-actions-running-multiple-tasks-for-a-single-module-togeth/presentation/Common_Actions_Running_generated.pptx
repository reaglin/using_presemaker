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presentation on the Common Actions hub. This session will walk you through what the hub is, how to select and configure generation tasks, how to run them together efficiently, and how the system's persistent settings and per-topic quiz generation features save time and improve quality.</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Common Actions hub is a per-module interface that brings together all the generation tasks an instructor might need for a given module. Rather than navigating to separate tools for each task, instructors find everything in one place. It sits squarely in the middle of the instructor workflow — after module content has been defined and before the materials go through final review. Think of it as a control center for content generation at the module level.</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primary purpose of the Common Actions hub is efficiency. Instead of starting each generation task individually, instructors can bring all tasks together, configure them once, and execute them in a single run. This is the hub's defining feature: batching. The range of task types available covers the most common instructional assets instructors need to produce, such as documents per topic, quizzes, and presentations. All selected tasks run sequentially in one step.</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use Common Actions, instructors navigate to the hub from within the module they are working on. It is not a course-level tool — it is scoped to each individual module, so you will access it module by module as you build out your course. This is an important distinction: Common Actions gives you module-specific control over which tasks to run and how to configure them, while remaining a consistent interface across all modules.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Within the Common Actions hub, instructors are presented with a set of generation task options. These task types are designed to produce different kinds of learning content — for example, a document generated per topic, a multiple-choice quiz, or a slide presentation. Instructors must actively choose which tasks they want to run. Tasks that are not selected will not execute, giving instructors full control over what gets produced for each module.</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selecting which tasks to include, instructors configure the settings for each one. These settings vary by task type and allow instructors to control how the output is shaped. For example, the multiple-choice quiz task includes an option to generate quizzes on a per-topic basis rather than across the entire module at once — a setting that has a meaningful impact on quiz quality, which will be covered in more detail later. Taking the time to configure settings carefully before running leads to better results.</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most practical features of the Common Actions hub is its memory. When an instructor configures tasks for a course, those settings are saved and retained. The next time they return to that course — whether the next day or after a semester break — their configurations are still in place. Importantly, settings are scoped per course, so different courses can have different configurations without interfering with each other. This applies across all modules within a given course.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tasks are selected and configured, instructors execute them all with a single action in the Common Actions hub. The system then runs each task one after another automatically. This batching capability is the core efficiency gain — instead of manually starting, monitoring, and restarting each task, the instructor triggers one run and the hub handles the rest. This frees up time and attention for other work while the generation tasks complete.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efficiency benefits of batching should not be understated. For a module with several generation tasks — say, a document per topic, a quiz, and a presentation — running each manually would require the instructor to trigger, wait for, and review each task in turn. With Common Actions, all of that collapses into a single run. As courses grow in size and complexity, this time saving compounds significantly. The hub is particularly valuable for instructors managing large courses with many modules.</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Persistent settings deliver two key benefits: time savings and consistency. On the time-saving side, instructors who return to a course after a break — such as between semesters or after a project pause — find their configurations exactly as they left them. There is no need to recreate settings from memory. On the consistency side, because the same settings apply across all modules in a course, the instructional materials produced have a uniform structure and format, which benefits learners and simplifies review.</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a quiz is generated for an entire module at once, the system must process a large and varied body of content in a single pass. This broad scope can reduce the accuracy and relevance of individual quiz questions, and it introduces reliability risks — where the output may be less consistent or precise than desired. This is a known challenge with module-level quiz generation, and it is the reason per-topic quiz generation was introduced as a configurable option in the Common Actions hub.</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Per-topic quiz generation works by scoping the generation process to one topic at a time. Instead of asking the system to produce questions across an entire module's worth of content, it processes each topic individually and generates questions specifically tied to that topic's material. This narrower focus leads to more accurate, relevant, and well-targeted questions. It also supports better alignment with learning objectives, since each topic typically maps to specific objectives that the questions can directly reflect.</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per-topic quiz generation is run through the Common Actions hub, the system processes each topic in the module individually and in sequence. This means every topic receives the same focused treatment, and the result is a set of quiz questions that is consistently reliable across the full module — not just strong in some areas and weak in others. The accuracy of any given question is directly tied to how well-scoped the source content is at generation time, and per-topic generation optimizes for that scoping by design.</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most important benefits of per-topic quiz generation is how it supports alignment with learning objectives. Each topic in a module typically has its own set of specific learning objectives, and generating quiz questions at the topic level means those questions are grounded in exactly the right content. This makes the quizzes more meaningful as assessment tools — they test whether learners have achieved the intended objectives for each topic, rather than producing questions that may only loosely relate to what was taught.</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the Common Actions hub is a powerful tool that simplifies and accelerates the process of producing instructional materials at the module level. It brings together multiple generation tasks — such as documents, quizzes, and presentations — into one interface where they can be configured and executed in a single run. Persistent settings mean instructors never have to start from scratch, and per-topic quiz generation ensures quizzes are accurate, reliable, and aligned with learning objectives. Used consistently, Common Actions is a core part of an efficient instructor workflow.</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Actions: Running Multiple Tasks for a Single Module Together</a:t>
            </a:r>
          </a:p>
        </p:txBody>
      </p:sp>
      <p:sp>
        <p:nvSpPr>
          <p:cNvPr id="3" name="Content Placeholder 2"/>
          <p:cNvSpPr>
            <a:spLocks noGrp="1"/>
          </p:cNvSpPr>
          <p:nvPr>
            <p:ph idx="1"/>
          </p:nvPr>
        </p:nvSpPr>
        <p:spPr/>
        <p:txBody>
          <a:bodyPr/>
          <a:lstStyle/>
          <a:p>
            <a:pPr algn="ctr">
              <a:buNone/>
            </a:pPr>
            <a:r>
              <a:rPr lang="en-US" dirty="0"/>
              <a:t>A guide to using the Common Actions hub to streamline module-level content generation for instructors.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Common Actions Hub?</a:t>
            </a:r>
          </a:p>
        </p:txBody>
      </p:sp>
      <p:sp>
        <p:nvSpPr>
          <p:cNvPr id="3" name="Content Placeholder 2"/>
          <p:cNvSpPr>
            <a:spLocks noGrp="1"/>
          </p:cNvSpPr>
          <p:nvPr>
            <p:ph idx="1"/>
          </p:nvPr>
        </p:nvSpPr>
        <p:spPr/>
        <p:txBody>
          <a:bodyPr/>
          <a:lstStyle/>
          <a:p>
            <a:r>
              <a:rPr lang="en-US" dirty="0"/>
              <a:t>A centralized interface within each module for managing generation tasks.</a:t>
            </a:r>
          </a:p>
          <a:p>
            <a:r>
              <a:rPr lang="en-US" dirty="0"/>
              <a:t>Consolidates multiple task types into a single, unified location.</a:t>
            </a:r>
          </a:p>
          <a:p>
            <a:r>
              <a:rPr lang="en-US" dirty="0"/>
              <a:t>Designed to streamline the instructor's content creation workflow.</a:t>
            </a:r>
          </a:p>
          <a:p>
            <a:r>
              <a:rPr lang="en-US" dirty="0"/>
              <a:t>Operates at the module level of the course-building process.</a:t>
            </a:r>
          </a:p>
          <a:p>
            <a:r>
              <a:rPr lang="en-US" dirty="0"/>
              <a:t>A key stop after content is defined and before final review.</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and Role of Common Actions</a:t>
            </a:r>
          </a:p>
        </p:txBody>
      </p:sp>
      <p:sp>
        <p:nvSpPr>
          <p:cNvPr id="3" name="Content Placeholder 2"/>
          <p:cNvSpPr>
            <a:spLocks noGrp="1"/>
          </p:cNvSpPr>
          <p:nvPr>
            <p:ph idx="1"/>
          </p:nvPr>
        </p:nvSpPr>
        <p:spPr/>
        <p:txBody>
          <a:bodyPr/>
          <a:lstStyle/>
          <a:p>
            <a:r>
              <a:rPr lang="en-US" dirty="0"/>
              <a:t>Enables instructors to select, configure, and run tasks together.</a:t>
            </a:r>
          </a:p>
          <a:p>
            <a:r>
              <a:rPr lang="en-US" dirty="0"/>
              <a:t>Reduces manual, repetitive effort in the generation process.</a:t>
            </a:r>
          </a:p>
          <a:p>
            <a:r>
              <a:rPr lang="en-US" dirty="0"/>
              <a:t>Supports a more consistent and efficient production workflow.</a:t>
            </a:r>
          </a:p>
          <a:p>
            <a:r>
              <a:rPr lang="en-US" dirty="0"/>
              <a:t>Covers a range of common instructional asset types.</a:t>
            </a:r>
          </a:p>
          <a:p>
            <a:r>
              <a:rPr lang="en-US" dirty="0"/>
              <a:t>Runs all selected tasks in one operation, one after another.</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Accessing the Common Actions Hub</a:t>
            </a:r>
          </a:p>
        </p:txBody>
      </p:sp>
      <p:sp>
        <p:nvSpPr>
          <p:cNvPr id="3" name="Content Placeholder 2"/>
          <p:cNvSpPr>
            <a:spLocks noGrp="1"/>
          </p:cNvSpPr>
          <p:nvPr>
            <p:ph idx="1"/>
          </p:nvPr>
        </p:nvSpPr>
        <p:spPr/>
        <p:txBody>
          <a:bodyPr/>
          <a:lstStyle/>
          <a:p>
            <a:r>
              <a:rPr lang="en-US" dirty="0"/>
              <a:t>Found within each individual module in the course structure.</a:t>
            </a:r>
          </a:p>
          <a:p>
            <a:r>
              <a:rPr lang="en-US" dirty="0"/>
              <a:t>Access it after module content has been defined.</a:t>
            </a:r>
          </a:p>
          <a:p>
            <a:r>
              <a:rPr lang="en-US" dirty="0"/>
              <a:t>Serves as the starting point for all generation task setup.</a:t>
            </a:r>
          </a:p>
          <a:p>
            <a:r>
              <a:rPr lang="en-US" dirty="0"/>
              <a:t>All task selection and configuration happens within this hub.</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and Selecting Generation Tasks</a:t>
            </a:r>
          </a:p>
        </p:txBody>
      </p:sp>
      <p:sp>
        <p:nvSpPr>
          <p:cNvPr id="3" name="Content Placeholder 2"/>
          <p:cNvSpPr>
            <a:spLocks noGrp="1"/>
          </p:cNvSpPr>
          <p:nvPr>
            <p:ph idx="1"/>
          </p:nvPr>
        </p:nvSpPr>
        <p:spPr/>
        <p:txBody>
          <a:bodyPr/>
          <a:lstStyle/>
          <a:p>
            <a:r>
              <a:rPr lang="en-US" dirty="0"/>
              <a:t>Several distinct task types are available for selection.</a:t>
            </a:r>
          </a:p>
          <a:p>
            <a:r>
              <a:rPr lang="en-US" dirty="0"/>
              <a:t>Examples include documents per topic, quizzes, and presentations.</a:t>
            </a:r>
          </a:p>
          <a:p>
            <a:r>
              <a:rPr lang="en-US" dirty="0"/>
              <a:t>Instructors actively choose which tasks to include before running.</a:t>
            </a:r>
          </a:p>
          <a:p>
            <a:r>
              <a:rPr lang="en-US" dirty="0"/>
              <a:t>Only selected tasks will execute during the generation run.</a:t>
            </a:r>
          </a:p>
          <a:p>
            <a:r>
              <a:rPr lang="en-US" dirty="0"/>
              <a:t>Task selection tailors the output to each module's needs.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Settings for Each Task</a:t>
            </a:r>
          </a:p>
        </p:txBody>
      </p:sp>
      <p:sp>
        <p:nvSpPr>
          <p:cNvPr id="3" name="Content Placeholder 2"/>
          <p:cNvSpPr>
            <a:spLocks noGrp="1"/>
          </p:cNvSpPr>
          <p:nvPr>
            <p:ph idx="1"/>
          </p:nvPr>
        </p:nvSpPr>
        <p:spPr/>
        <p:txBody>
          <a:bodyPr/>
          <a:lstStyle/>
          <a:p>
            <a:r>
              <a:rPr lang="en-US" dirty="0"/>
              <a:t>Each selected task has its own configurable settings.</a:t>
            </a:r>
          </a:p>
          <a:p>
            <a:r>
              <a:rPr lang="en-US" dirty="0"/>
              <a:t>Settings allow instructors to tailor outputs to their needs.</a:t>
            </a:r>
          </a:p>
          <a:p>
            <a:r>
              <a:rPr lang="en-US" dirty="0"/>
              <a:t>Configuration happens before the generation run begins.</a:t>
            </a:r>
          </a:p>
          <a:p>
            <a:r>
              <a:rPr lang="en-US" dirty="0"/>
              <a:t>Per-topic quiz generation is one key configurable option.</a:t>
            </a:r>
          </a:p>
          <a:p>
            <a:r>
              <a:rPr lang="en-US" dirty="0"/>
              <a:t>Thoughtful configuration leads to higher-quality generated content.</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Common Actions Remembers Settings Per Course</a:t>
            </a:r>
          </a:p>
        </p:txBody>
      </p:sp>
      <p:sp>
        <p:nvSpPr>
          <p:cNvPr id="3" name="Content Placeholder 2"/>
          <p:cNvSpPr>
            <a:spLocks noGrp="1"/>
          </p:cNvSpPr>
          <p:nvPr>
            <p:ph idx="1"/>
          </p:nvPr>
        </p:nvSpPr>
        <p:spPr/>
        <p:txBody>
          <a:bodyPr/>
          <a:lstStyle/>
          <a:p>
            <a:r>
              <a:rPr lang="en-US" dirty="0"/>
              <a:t>Common Actions automatically saves task configurations per course.</a:t>
            </a:r>
          </a:p>
          <a:p>
            <a:r>
              <a:rPr lang="en-US" dirty="0"/>
              <a:t>Settings are scoped to each individual course, not globally.</a:t>
            </a:r>
          </a:p>
          <a:p>
            <a:r>
              <a:rPr lang="en-US" dirty="0"/>
              <a:t>Instructors do not need to reconfigure tasks on each return.</a:t>
            </a:r>
          </a:p>
          <a:p>
            <a:r>
              <a:rPr lang="en-US" dirty="0"/>
              <a:t>Each course retains its own independent configuration.</a:t>
            </a:r>
          </a:p>
          <a:p>
            <a:r>
              <a:rPr lang="en-US" dirty="0"/>
              <a:t>Memory feature applies across all modules within a course.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All Selected Tasks in One Step</a:t>
            </a:r>
          </a:p>
        </p:txBody>
      </p:sp>
      <p:sp>
        <p:nvSpPr>
          <p:cNvPr id="3" name="Content Placeholder 2"/>
          <p:cNvSpPr>
            <a:spLocks noGrp="1"/>
          </p:cNvSpPr>
          <p:nvPr>
            <p:ph idx="1"/>
          </p:nvPr>
        </p:nvSpPr>
        <p:spPr/>
        <p:txBody>
          <a:bodyPr/>
          <a:lstStyle/>
          <a:p>
            <a:r>
              <a:rPr lang="en-US" dirty="0"/>
              <a:t>All selected, configured tasks execute with a single action.</a:t>
            </a:r>
          </a:p>
          <a:p>
            <a:r>
              <a:rPr lang="en-US" dirty="0"/>
              <a:t>Tasks run one after another automatically, without manual restarts.</a:t>
            </a:r>
          </a:p>
          <a:p>
            <a:r>
              <a:rPr lang="en-US" dirty="0"/>
              <a:t>No need to initiate each generation task individually.</a:t>
            </a:r>
          </a:p>
          <a:p>
            <a:r>
              <a:rPr lang="en-US" dirty="0"/>
              <a:t>Batching reduces the time required to produce module materials.</a:t>
            </a:r>
          </a:p>
          <a:p>
            <a:r>
              <a:rPr lang="en-US" dirty="0"/>
              <a:t>Instructors can step away while the hub processes the run.</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Gains from Batching Generation Tasks</a:t>
            </a:r>
          </a:p>
        </p:txBody>
      </p:sp>
      <p:sp>
        <p:nvSpPr>
          <p:cNvPr id="3" name="Content Placeholder 2"/>
          <p:cNvSpPr>
            <a:spLocks noGrp="1"/>
          </p:cNvSpPr>
          <p:nvPr>
            <p:ph idx="1"/>
          </p:nvPr>
        </p:nvSpPr>
        <p:spPr/>
        <p:txBody>
          <a:bodyPr/>
          <a:lstStyle/>
          <a:p>
            <a:r>
              <a:rPr lang="en-US" dirty="0"/>
              <a:t>Significantly reduces time spent on repetitive task management.</a:t>
            </a:r>
          </a:p>
          <a:p>
            <a:r>
              <a:rPr lang="en-US" dirty="0"/>
              <a:t>Eliminates the need to manually trigger each task separately.</a:t>
            </a:r>
          </a:p>
          <a:p>
            <a:r>
              <a:rPr lang="en-US" dirty="0"/>
              <a:t>Produces a full set of module materials in one operation.</a:t>
            </a:r>
          </a:p>
          <a:p>
            <a:r>
              <a:rPr lang="en-US" dirty="0"/>
              <a:t>Lowers the cognitive overhead of managing multiple tasks.</a:t>
            </a:r>
          </a:p>
          <a:p>
            <a:r>
              <a:rPr lang="en-US" dirty="0"/>
              <a:t>Scales well as course complexity and module count increase.</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Persistent Settings: Time-Saving and Consistency</a:t>
            </a:r>
          </a:p>
        </p:txBody>
      </p:sp>
      <p:sp>
        <p:nvSpPr>
          <p:cNvPr id="3" name="Content Placeholder 2"/>
          <p:cNvSpPr>
            <a:spLocks noGrp="1"/>
          </p:cNvSpPr>
          <p:nvPr>
            <p:ph idx="1"/>
          </p:nvPr>
        </p:nvSpPr>
        <p:spPr/>
        <p:txBody>
          <a:bodyPr/>
          <a:lstStyle/>
          <a:p>
            <a:r>
              <a:rPr lang="en-US" dirty="0"/>
              <a:t>Persistent settings eliminate repetitive reconfiguration work.</a:t>
            </a:r>
          </a:p>
          <a:p>
            <a:r>
              <a:rPr lang="en-US" dirty="0"/>
              <a:t>Instructors save time on every return visit to a course.</a:t>
            </a:r>
          </a:p>
          <a:p>
            <a:r>
              <a:rPr lang="en-US" dirty="0"/>
              <a:t>Especially valuable after breaks or workflow interruptions.</a:t>
            </a:r>
          </a:p>
          <a:p>
            <a:r>
              <a:rPr lang="en-US" dirty="0"/>
              <a:t>Every module in a course is processed with the same settings.</a:t>
            </a:r>
          </a:p>
          <a:p>
            <a:r>
              <a:rPr lang="en-US" dirty="0"/>
              <a:t>Promotes consistency in instructional materials across the course.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Challenge of Module-Level Quiz Generation</a:t>
            </a:r>
          </a:p>
        </p:txBody>
      </p:sp>
      <p:sp>
        <p:nvSpPr>
          <p:cNvPr id="3" name="Content Placeholder 2"/>
          <p:cNvSpPr>
            <a:spLocks noGrp="1"/>
          </p:cNvSpPr>
          <p:nvPr>
            <p:ph idx="1"/>
          </p:nvPr>
        </p:nvSpPr>
        <p:spPr/>
        <p:txBody>
          <a:bodyPr/>
          <a:lstStyle/>
          <a:p>
            <a:r>
              <a:rPr lang="en-US" dirty="0"/>
              <a:t>Generating one quiz for an entire module can reduce quality.</a:t>
            </a:r>
          </a:p>
          <a:p>
            <a:r>
              <a:rPr lang="en-US" dirty="0"/>
              <a:t>Broad scope makes it harder to produce accurate questions.</a:t>
            </a:r>
          </a:p>
          <a:p>
            <a:r>
              <a:rPr lang="en-US" dirty="0"/>
              <a:t>More content in a single pass increases reliability risk.</a:t>
            </a:r>
          </a:p>
          <a:p>
            <a:r>
              <a:rPr lang="en-US" dirty="0"/>
              <a:t>Questions may lack precision when tied to too much content.</a:t>
            </a:r>
          </a:p>
          <a:p>
            <a:r>
              <a:rPr lang="en-US" dirty="0"/>
              <a:t>Per-topic generation addresses these limitations directly.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Per-Topic Quiz Generation Works Better</a:t>
            </a:r>
          </a:p>
        </p:txBody>
      </p:sp>
      <p:sp>
        <p:nvSpPr>
          <p:cNvPr id="3" name="Content Placeholder 2"/>
          <p:cNvSpPr>
            <a:spLocks noGrp="1"/>
          </p:cNvSpPr>
          <p:nvPr>
            <p:ph idx="1"/>
          </p:nvPr>
        </p:nvSpPr>
        <p:spPr/>
        <p:txBody>
          <a:bodyPr/>
          <a:lstStyle/>
          <a:p>
            <a:r>
              <a:rPr lang="en-US" dirty="0"/>
              <a:t>System focuses on one discrete topic at a time.</a:t>
            </a:r>
          </a:p>
          <a:p>
            <a:r>
              <a:rPr lang="en-US" dirty="0"/>
              <a:t>Narrower scope produces more targeted, accurate questions.</a:t>
            </a:r>
          </a:p>
          <a:p>
            <a:r>
              <a:rPr lang="en-US" dirty="0"/>
              <a:t>Each topic's content is fully addressed before moving on.</a:t>
            </a:r>
          </a:p>
          <a:p>
            <a:r>
              <a:rPr lang="en-US" dirty="0"/>
              <a:t>Reduces the risk of vague or misaligned quiz questions.</a:t>
            </a:r>
          </a:p>
          <a:p>
            <a:r>
              <a:rPr lang="en-US" dirty="0"/>
              <a:t>Supports stronger alignment with each topic's learning objectives.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Quiz Reliability and Quality Across the Full Module</a:t>
            </a:r>
          </a:p>
        </p:txBody>
      </p:sp>
      <p:sp>
        <p:nvSpPr>
          <p:cNvPr id="3" name="Content Placeholder 2"/>
          <p:cNvSpPr>
            <a:spLocks noGrp="1"/>
          </p:cNvSpPr>
          <p:nvPr>
            <p:ph idx="1"/>
          </p:nvPr>
        </p:nvSpPr>
        <p:spPr/>
        <p:txBody>
          <a:bodyPr/>
          <a:lstStyle/>
          <a:p>
            <a:r>
              <a:rPr lang="en-US" dirty="0"/>
              <a:t>Per-topic generation ensures consistent quality across all topics.</a:t>
            </a:r>
          </a:p>
          <a:p>
            <a:r>
              <a:rPr lang="en-US" dirty="0"/>
              <a:t>Accuracy of questions is tied to how well content is scoped.</a:t>
            </a:r>
          </a:p>
          <a:p>
            <a:r>
              <a:rPr lang="en-US" dirty="0"/>
              <a:t>Running via Common Actions ensures all topics are covered.</a:t>
            </a:r>
          </a:p>
          <a:p>
            <a:r>
              <a:rPr lang="en-US" dirty="0"/>
              <a:t>Consistent reliability replaces the variability of module-level runs.</a:t>
            </a:r>
          </a:p>
          <a:p>
            <a:r>
              <a:rPr lang="en-US" dirty="0"/>
              <a:t>Higher-quality quizzes support better learner assessment outcomes.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Per-Topic Quizzes and Learning Objective Alignment</a:t>
            </a:r>
          </a:p>
        </p:txBody>
      </p:sp>
      <p:sp>
        <p:nvSpPr>
          <p:cNvPr id="3" name="Content Placeholder 2"/>
          <p:cNvSpPr>
            <a:spLocks noGrp="1"/>
          </p:cNvSpPr>
          <p:nvPr>
            <p:ph idx="1"/>
          </p:nvPr>
        </p:nvSpPr>
        <p:spPr/>
        <p:txBody>
          <a:bodyPr/>
          <a:lstStyle/>
          <a:p>
            <a:r>
              <a:rPr lang="en-US" dirty="0"/>
              <a:t>Topic-level quizzes map directly to topic-specific objectives.</a:t>
            </a:r>
          </a:p>
          <a:p>
            <a:r>
              <a:rPr lang="en-US" dirty="0"/>
              <a:t>Tighter alignment means questions test the right knowledge.</a:t>
            </a:r>
          </a:p>
          <a:p>
            <a:r>
              <a:rPr lang="en-US" dirty="0"/>
              <a:t>Supports meaningful, objective-based learner assessment.</a:t>
            </a:r>
          </a:p>
          <a:p>
            <a:r>
              <a:rPr lang="en-US" dirty="0"/>
              <a:t>Reduces the chance of off-target or irrelevant questions.</a:t>
            </a:r>
          </a:p>
          <a:p>
            <a:r>
              <a:rPr lang="en-US" dirty="0"/>
              <a:t>Strengthens the overall instructional integrity of the course.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Common Actions at a Glance</a:t>
            </a:r>
          </a:p>
        </p:txBody>
      </p:sp>
      <p:sp>
        <p:nvSpPr>
          <p:cNvPr id="3" name="Content Placeholder 2"/>
          <p:cNvSpPr>
            <a:spLocks noGrp="1"/>
          </p:cNvSpPr>
          <p:nvPr>
            <p:ph idx="1"/>
          </p:nvPr>
        </p:nvSpPr>
        <p:spPr/>
        <p:txBody>
          <a:bodyPr/>
          <a:lstStyle/>
          <a:p>
            <a:r>
              <a:rPr lang="en-US" dirty="0"/>
              <a:t>Common Actions is a centralized hub for module-level generation tasks.</a:t>
            </a:r>
          </a:p>
          <a:p>
            <a:r>
              <a:rPr lang="en-US" dirty="0"/>
              <a:t>Instructors select, configure, and run multiple tasks in one step.</a:t>
            </a:r>
          </a:p>
          <a:p>
            <a:r>
              <a:rPr lang="en-US" dirty="0"/>
              <a:t>Persistent per-course settings eliminate repetitive configuration.</a:t>
            </a:r>
          </a:p>
          <a:p>
            <a:r>
              <a:rPr lang="en-US" dirty="0"/>
              <a:t>Per-topic quiz generation improves accuracy and objective alignment.</a:t>
            </a:r>
          </a:p>
          <a:p>
            <a:r>
              <a:rPr lang="en-US" dirty="0"/>
              <a:t>Batching tasks saves time and promotes consistency across modules.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Common Actions: Running Multiple Tasks for a Single Module Together</dc:title>
  <dc:creator>PreseMaker</dc:creator>
  <cp:lastModifiedBy>PreseMaker</cp:lastModifiedBy>
  <dcterms:created xsi:type="dcterms:W3CDTF">2026-07-09T13:30:46Z</dcterms:created>
  <dcterms:modified xsi:type="dcterms:W3CDTF">2026-07-09T13:30:46Z</dcterms:modified>
</cp:coreProperties>
</file>