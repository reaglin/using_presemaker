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08"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ald Eaglin" userId="c6b87d18-4edc-427f-8929-d997ad231435" providerId="ADAL" clId="{F7EFB3B1-56A6-4C16-B59D-F434F55AC407}"/>
    <pc:docChg chg="custSel modSld">
      <pc:chgData name="Ronald Eaglin" userId="c6b87d18-4edc-427f-8929-d997ad231435" providerId="ADAL" clId="{F7EFB3B1-56A6-4C16-B59D-F434F55AC407}" dt="2026-07-09T22:27:42.689" v="61" actId="26606"/>
      <pc:docMkLst>
        <pc:docMk/>
      </pc:docMkLst>
      <pc:sldChg chg="addSp modSp mod setBg">
        <pc:chgData name="Ronald Eaglin" userId="c6b87d18-4edc-427f-8929-d997ad231435" providerId="ADAL" clId="{F7EFB3B1-56A6-4C16-B59D-F434F55AC407}" dt="2026-07-09T22:13:57.925" v="26" actId="20577"/>
        <pc:sldMkLst>
          <pc:docMk/>
          <pc:sldMk cId="0" sldId="256"/>
        </pc:sldMkLst>
        <pc:spChg chg="mod">
          <ac:chgData name="Ronald Eaglin" userId="c6b87d18-4edc-427f-8929-d997ad231435" providerId="ADAL" clId="{F7EFB3B1-56A6-4C16-B59D-F434F55AC407}" dt="2026-07-09T22:13:57.925" v="26" actId="20577"/>
          <ac:spMkLst>
            <pc:docMk/>
            <pc:sldMk cId="0" sldId="256"/>
            <ac:spMk id="2" creationId="{00000000-0000-0000-0000-000000000000}"/>
          </ac:spMkLst>
        </pc:spChg>
        <pc:spChg chg="mod">
          <ac:chgData name="Ronald Eaglin" userId="c6b87d18-4edc-427f-8929-d997ad231435" providerId="ADAL" clId="{F7EFB3B1-56A6-4C16-B59D-F434F55AC407}" dt="2026-07-09T22:13:54.113" v="25" actId="5793"/>
          <ac:spMkLst>
            <pc:docMk/>
            <pc:sldMk cId="0" sldId="256"/>
            <ac:spMk id="3" creationId="{00000000-0000-0000-0000-000000000000}"/>
          </ac:spMkLst>
        </pc:spChg>
        <pc:spChg chg="add">
          <ac:chgData name="Ronald Eaglin" userId="c6b87d18-4edc-427f-8929-d997ad231435" providerId="ADAL" clId="{F7EFB3B1-56A6-4C16-B59D-F434F55AC407}" dt="2026-07-09T22:13:41.110" v="23" actId="26606"/>
          <ac:spMkLst>
            <pc:docMk/>
            <pc:sldMk cId="0" sldId="256"/>
            <ac:spMk id="8" creationId="{907EF6B7-1338-4443-8C46-6A318D952DFD}"/>
          </ac:spMkLst>
        </pc:spChg>
        <pc:spChg chg="add">
          <ac:chgData name="Ronald Eaglin" userId="c6b87d18-4edc-427f-8929-d997ad231435" providerId="ADAL" clId="{F7EFB3B1-56A6-4C16-B59D-F434F55AC407}" dt="2026-07-09T22:13:41.110" v="23" actId="26606"/>
          <ac:spMkLst>
            <pc:docMk/>
            <pc:sldMk cId="0" sldId="256"/>
            <ac:spMk id="10" creationId="{DAAE4CDD-124C-4DCF-9584-B6033B545DD5}"/>
          </ac:spMkLst>
        </pc:spChg>
        <pc:spChg chg="add">
          <ac:chgData name="Ronald Eaglin" userId="c6b87d18-4edc-427f-8929-d997ad231435" providerId="ADAL" clId="{F7EFB3B1-56A6-4C16-B59D-F434F55AC407}" dt="2026-07-09T22:13:41.110" v="23" actId="26606"/>
          <ac:spMkLst>
            <pc:docMk/>
            <pc:sldMk cId="0" sldId="256"/>
            <ac:spMk id="12" creationId="{081E4A58-353D-44AE-B2FC-2A74E2E400F7}"/>
          </ac:spMkLst>
        </pc:spChg>
      </pc:sldChg>
      <pc:sldChg chg="addSp delSp modSp mod setBg">
        <pc:chgData name="Ronald Eaglin" userId="c6b87d18-4edc-427f-8929-d997ad231435" providerId="ADAL" clId="{F7EFB3B1-56A6-4C16-B59D-F434F55AC407}" dt="2026-07-09T22:14:09.290" v="27" actId="26606"/>
        <pc:sldMkLst>
          <pc:docMk/>
          <pc:sldMk cId="0" sldId="257"/>
        </pc:sldMkLst>
        <pc:spChg chg="mod">
          <ac:chgData name="Ronald Eaglin" userId="c6b87d18-4edc-427f-8929-d997ad231435" providerId="ADAL" clId="{F7EFB3B1-56A6-4C16-B59D-F434F55AC407}" dt="2026-07-09T22:14:09.290" v="27" actId="26606"/>
          <ac:spMkLst>
            <pc:docMk/>
            <pc:sldMk cId="0" sldId="257"/>
            <ac:spMk id="2" creationId="{00000000-0000-0000-0000-000000000000}"/>
          </ac:spMkLst>
        </pc:spChg>
        <pc:spChg chg="del">
          <ac:chgData name="Ronald Eaglin" userId="c6b87d18-4edc-427f-8929-d997ad231435" providerId="ADAL" clId="{F7EFB3B1-56A6-4C16-B59D-F434F55AC407}" dt="2026-07-09T22:14:09.290" v="27" actId="26606"/>
          <ac:spMkLst>
            <pc:docMk/>
            <pc:sldMk cId="0" sldId="257"/>
            <ac:spMk id="3" creationId="{00000000-0000-0000-0000-000000000000}"/>
          </ac:spMkLst>
        </pc:spChg>
        <pc:spChg chg="add">
          <ac:chgData name="Ronald Eaglin" userId="c6b87d18-4edc-427f-8929-d997ad231435" providerId="ADAL" clId="{F7EFB3B1-56A6-4C16-B59D-F434F55AC407}" dt="2026-07-09T22:14:09.290" v="27" actId="26606"/>
          <ac:spMkLst>
            <pc:docMk/>
            <pc:sldMk cId="0" sldId="257"/>
            <ac:spMk id="9" creationId="{C05CBC3C-2E5A-4839-8B9B-2E5A6ADF0F58}"/>
          </ac:spMkLst>
        </pc:spChg>
        <pc:spChg chg="add">
          <ac:chgData name="Ronald Eaglin" userId="c6b87d18-4edc-427f-8929-d997ad231435" providerId="ADAL" clId="{F7EFB3B1-56A6-4C16-B59D-F434F55AC407}" dt="2026-07-09T22:14:09.290" v="27" actId="26606"/>
          <ac:spMkLst>
            <pc:docMk/>
            <pc:sldMk cId="0" sldId="257"/>
            <ac:spMk id="11" creationId="{DB5B423A-57CC-4C58-AA26-8E2E862B03A0}"/>
          </ac:spMkLst>
        </pc:spChg>
        <pc:graphicFrameChg chg="add">
          <ac:chgData name="Ronald Eaglin" userId="c6b87d18-4edc-427f-8929-d997ad231435" providerId="ADAL" clId="{F7EFB3B1-56A6-4C16-B59D-F434F55AC407}" dt="2026-07-09T22:14:09.290" v="27" actId="26606"/>
          <ac:graphicFrameMkLst>
            <pc:docMk/>
            <pc:sldMk cId="0" sldId="257"/>
            <ac:graphicFrameMk id="5" creationId="{5A18CDB0-8663-12E9-5319-2478797D3F60}"/>
          </ac:graphicFrameMkLst>
        </pc:graphicFrameChg>
      </pc:sldChg>
      <pc:sldChg chg="addSp modSp mod setBg">
        <pc:chgData name="Ronald Eaglin" userId="c6b87d18-4edc-427f-8929-d997ad231435" providerId="ADAL" clId="{F7EFB3B1-56A6-4C16-B59D-F434F55AC407}" dt="2026-07-09T22:20:02.756" v="40" actId="1076"/>
        <pc:sldMkLst>
          <pc:docMk/>
          <pc:sldMk cId="0" sldId="258"/>
        </pc:sldMkLst>
        <pc:spChg chg="mod">
          <ac:chgData name="Ronald Eaglin" userId="c6b87d18-4edc-427f-8929-d997ad231435" providerId="ADAL" clId="{F7EFB3B1-56A6-4C16-B59D-F434F55AC407}" dt="2026-07-09T22:19:16.943" v="32" actId="26606"/>
          <ac:spMkLst>
            <pc:docMk/>
            <pc:sldMk cId="0" sldId="258"/>
            <ac:spMk id="2" creationId="{00000000-0000-0000-0000-000000000000}"/>
          </ac:spMkLst>
        </pc:spChg>
        <pc:spChg chg="mod ord">
          <ac:chgData name="Ronald Eaglin" userId="c6b87d18-4edc-427f-8929-d997ad231435" providerId="ADAL" clId="{F7EFB3B1-56A6-4C16-B59D-F434F55AC407}" dt="2026-07-09T22:19:16.943" v="32" actId="26606"/>
          <ac:spMkLst>
            <pc:docMk/>
            <pc:sldMk cId="0" sldId="258"/>
            <ac:spMk id="3" creationId="{00000000-0000-0000-0000-000000000000}"/>
          </ac:spMkLst>
        </pc:spChg>
        <pc:spChg chg="add">
          <ac:chgData name="Ronald Eaglin" userId="c6b87d18-4edc-427f-8929-d997ad231435" providerId="ADAL" clId="{F7EFB3B1-56A6-4C16-B59D-F434F55AC407}" dt="2026-07-09T22:19:53.798" v="38" actId="11529"/>
          <ac:spMkLst>
            <pc:docMk/>
            <pc:sldMk cId="0" sldId="258"/>
            <ac:spMk id="10" creationId="{66775F4E-514B-6FD8-273D-70D3EA718B9E}"/>
          </ac:spMkLst>
        </pc:spChg>
        <pc:spChg chg="add mod">
          <ac:chgData name="Ronald Eaglin" userId="c6b87d18-4edc-427f-8929-d997ad231435" providerId="ADAL" clId="{F7EFB3B1-56A6-4C16-B59D-F434F55AC407}" dt="2026-07-09T22:20:02.756" v="40" actId="1076"/>
          <ac:spMkLst>
            <pc:docMk/>
            <pc:sldMk cId="0" sldId="258"/>
            <ac:spMk id="12" creationId="{3E017E70-CCD1-FCE4-7ECD-AAE3C140F4D1}"/>
          </ac:spMkLst>
        </pc:spChg>
        <pc:spChg chg="add">
          <ac:chgData name="Ronald Eaglin" userId="c6b87d18-4edc-427f-8929-d997ad231435" providerId="ADAL" clId="{F7EFB3B1-56A6-4C16-B59D-F434F55AC407}" dt="2026-07-09T22:19:16.943" v="32" actId="26606"/>
          <ac:spMkLst>
            <pc:docMk/>
            <pc:sldMk cId="0" sldId="258"/>
            <ac:spMk id="14" creationId="{53B475F8-50AE-46A0-9943-B2B63183D50C}"/>
          </ac:spMkLst>
        </pc:spChg>
        <pc:spChg chg="add">
          <ac:chgData name="Ronald Eaglin" userId="c6b87d18-4edc-427f-8929-d997ad231435" providerId="ADAL" clId="{F7EFB3B1-56A6-4C16-B59D-F434F55AC407}" dt="2026-07-09T22:19:16.943" v="32" actId="26606"/>
          <ac:spMkLst>
            <pc:docMk/>
            <pc:sldMk cId="0" sldId="258"/>
            <ac:spMk id="16" creationId="{75F6FDB4-2351-48C2-A863-2364A02343C0}"/>
          </ac:spMkLst>
        </pc:spChg>
        <pc:picChg chg="add mod ord">
          <ac:chgData name="Ronald Eaglin" userId="c6b87d18-4edc-427f-8929-d997ad231435" providerId="ADAL" clId="{F7EFB3B1-56A6-4C16-B59D-F434F55AC407}" dt="2026-07-09T22:19:40.291" v="37" actId="1076"/>
          <ac:picMkLst>
            <pc:docMk/>
            <pc:sldMk cId="0" sldId="258"/>
            <ac:picMk id="5" creationId="{F3715763-C634-BDFF-A2B0-4A6287CAA786}"/>
          </ac:picMkLst>
        </pc:picChg>
        <pc:picChg chg="add mod">
          <ac:chgData name="Ronald Eaglin" userId="c6b87d18-4edc-427f-8929-d997ad231435" providerId="ADAL" clId="{F7EFB3B1-56A6-4C16-B59D-F434F55AC407}" dt="2026-07-09T22:19:37.660" v="36" actId="1076"/>
          <ac:picMkLst>
            <pc:docMk/>
            <pc:sldMk cId="0" sldId="258"/>
            <ac:picMk id="7" creationId="{745EFBA4-D428-433E-AE13-8639F53CDA83}"/>
          </ac:picMkLst>
        </pc:picChg>
        <pc:picChg chg="add mod">
          <ac:chgData name="Ronald Eaglin" userId="c6b87d18-4edc-427f-8929-d997ad231435" providerId="ADAL" clId="{F7EFB3B1-56A6-4C16-B59D-F434F55AC407}" dt="2026-07-09T22:19:36.126" v="35" actId="1076"/>
          <ac:picMkLst>
            <pc:docMk/>
            <pc:sldMk cId="0" sldId="258"/>
            <ac:picMk id="9" creationId="{3A7EF228-C459-D49E-AAAA-4CE5D937B5E9}"/>
          </ac:picMkLst>
        </pc:picChg>
      </pc:sldChg>
      <pc:sldChg chg="addSp modSp mod setBg">
        <pc:chgData name="Ronald Eaglin" userId="c6b87d18-4edc-427f-8929-d997ad231435" providerId="ADAL" clId="{F7EFB3B1-56A6-4C16-B59D-F434F55AC407}" dt="2026-07-09T22:22:42.465" v="47" actId="26606"/>
        <pc:sldMkLst>
          <pc:docMk/>
          <pc:sldMk cId="0" sldId="259"/>
        </pc:sldMkLst>
        <pc:spChg chg="mod ord">
          <ac:chgData name="Ronald Eaglin" userId="c6b87d18-4edc-427f-8929-d997ad231435" providerId="ADAL" clId="{F7EFB3B1-56A6-4C16-B59D-F434F55AC407}" dt="2026-07-09T22:22:42.465" v="47" actId="26606"/>
          <ac:spMkLst>
            <pc:docMk/>
            <pc:sldMk cId="0" sldId="259"/>
            <ac:spMk id="2" creationId="{00000000-0000-0000-0000-000000000000}"/>
          </ac:spMkLst>
        </pc:spChg>
        <pc:spChg chg="mod ord">
          <ac:chgData name="Ronald Eaglin" userId="c6b87d18-4edc-427f-8929-d997ad231435" providerId="ADAL" clId="{F7EFB3B1-56A6-4C16-B59D-F434F55AC407}" dt="2026-07-09T22:22:42.465" v="47" actId="26606"/>
          <ac:spMkLst>
            <pc:docMk/>
            <pc:sldMk cId="0" sldId="259"/>
            <ac:spMk id="3" creationId="{00000000-0000-0000-0000-000000000000}"/>
          </ac:spMkLst>
        </pc:spChg>
        <pc:spChg chg="add">
          <ac:chgData name="Ronald Eaglin" userId="c6b87d18-4edc-427f-8929-d997ad231435" providerId="ADAL" clId="{F7EFB3B1-56A6-4C16-B59D-F434F55AC407}" dt="2026-07-09T22:22:42.465" v="47" actId="26606"/>
          <ac:spMkLst>
            <pc:docMk/>
            <pc:sldMk cId="0" sldId="259"/>
            <ac:spMk id="16" creationId="{913AE63C-D5B4-45D1-ACFC-648CFFCF9805}"/>
          </ac:spMkLst>
        </pc:spChg>
        <pc:spChg chg="add">
          <ac:chgData name="Ronald Eaglin" userId="c6b87d18-4edc-427f-8929-d997ad231435" providerId="ADAL" clId="{F7EFB3B1-56A6-4C16-B59D-F434F55AC407}" dt="2026-07-09T22:22:42.465" v="47" actId="26606"/>
          <ac:spMkLst>
            <pc:docMk/>
            <pc:sldMk cId="0" sldId="259"/>
            <ac:spMk id="18" creationId="{34DE9D20-D6C2-4834-9EE9-EC583F3FE571}"/>
          </ac:spMkLst>
        </pc:spChg>
        <pc:grpChg chg="add">
          <ac:chgData name="Ronald Eaglin" userId="c6b87d18-4edc-427f-8929-d997ad231435" providerId="ADAL" clId="{F7EFB3B1-56A6-4C16-B59D-F434F55AC407}" dt="2026-07-09T22:22:42.465" v="47" actId="26606"/>
          <ac:grpSpMkLst>
            <pc:docMk/>
            <pc:sldMk cId="0" sldId="259"/>
            <ac:grpSpMk id="20" creationId="{18E6700D-1968-457A-86D6-0832EF451DDE}"/>
          </ac:grpSpMkLst>
        </pc:grpChg>
        <pc:grpChg chg="add">
          <ac:chgData name="Ronald Eaglin" userId="c6b87d18-4edc-427f-8929-d997ad231435" providerId="ADAL" clId="{F7EFB3B1-56A6-4C16-B59D-F434F55AC407}" dt="2026-07-09T22:22:42.465" v="47" actId="26606"/>
          <ac:grpSpMkLst>
            <pc:docMk/>
            <pc:sldMk cId="0" sldId="259"/>
            <ac:grpSpMk id="24" creationId="{43F5E015-E085-4624-B431-B42414448684}"/>
          </ac:grpSpMkLst>
        </pc:grpChg>
        <pc:picChg chg="add mod ord">
          <ac:chgData name="Ronald Eaglin" userId="c6b87d18-4edc-427f-8929-d997ad231435" providerId="ADAL" clId="{F7EFB3B1-56A6-4C16-B59D-F434F55AC407}" dt="2026-07-09T22:22:42.465" v="47" actId="26606"/>
          <ac:picMkLst>
            <pc:docMk/>
            <pc:sldMk cId="0" sldId="259"/>
            <ac:picMk id="5" creationId="{637F8537-C6C0-5538-9ADC-76E4CA66779B}"/>
          </ac:picMkLst>
        </pc:picChg>
        <pc:picChg chg="add mod">
          <ac:chgData name="Ronald Eaglin" userId="c6b87d18-4edc-427f-8929-d997ad231435" providerId="ADAL" clId="{F7EFB3B1-56A6-4C16-B59D-F434F55AC407}" dt="2026-07-09T22:22:42.465" v="47" actId="26606"/>
          <ac:picMkLst>
            <pc:docMk/>
            <pc:sldMk cId="0" sldId="259"/>
            <ac:picMk id="7" creationId="{2F2993E9-EB0F-2460-2686-C9653C047F7F}"/>
          </ac:picMkLst>
        </pc:picChg>
        <pc:picChg chg="add mod ord">
          <ac:chgData name="Ronald Eaglin" userId="c6b87d18-4edc-427f-8929-d997ad231435" providerId="ADAL" clId="{F7EFB3B1-56A6-4C16-B59D-F434F55AC407}" dt="2026-07-09T22:22:42.465" v="47" actId="26606"/>
          <ac:picMkLst>
            <pc:docMk/>
            <pc:sldMk cId="0" sldId="259"/>
            <ac:picMk id="9" creationId="{716E3FFA-B1C7-DE96-0960-FB16D037B5A0}"/>
          </ac:picMkLst>
        </pc:picChg>
        <pc:picChg chg="add mod">
          <ac:chgData name="Ronald Eaglin" userId="c6b87d18-4edc-427f-8929-d997ad231435" providerId="ADAL" clId="{F7EFB3B1-56A6-4C16-B59D-F434F55AC407}" dt="2026-07-09T22:22:42.465" v="47" actId="26606"/>
          <ac:picMkLst>
            <pc:docMk/>
            <pc:sldMk cId="0" sldId="259"/>
            <ac:picMk id="11" creationId="{38185191-3064-CFE8-310C-925BE04C9B40}"/>
          </ac:picMkLst>
        </pc:picChg>
      </pc:sldChg>
      <pc:sldChg chg="addSp modSp mod setBg">
        <pc:chgData name="Ronald Eaglin" userId="c6b87d18-4edc-427f-8929-d997ad231435" providerId="ADAL" clId="{F7EFB3B1-56A6-4C16-B59D-F434F55AC407}" dt="2026-07-09T22:23:53.493" v="49" actId="26606"/>
        <pc:sldMkLst>
          <pc:docMk/>
          <pc:sldMk cId="0" sldId="260"/>
        </pc:sldMkLst>
        <pc:spChg chg="mod">
          <ac:chgData name="Ronald Eaglin" userId="c6b87d18-4edc-427f-8929-d997ad231435" providerId="ADAL" clId="{F7EFB3B1-56A6-4C16-B59D-F434F55AC407}" dt="2026-07-09T22:23:53.493" v="49" actId="26606"/>
          <ac:spMkLst>
            <pc:docMk/>
            <pc:sldMk cId="0" sldId="260"/>
            <ac:spMk id="2" creationId="{00000000-0000-0000-0000-000000000000}"/>
          </ac:spMkLst>
        </pc:spChg>
        <pc:spChg chg="mod">
          <ac:chgData name="Ronald Eaglin" userId="c6b87d18-4edc-427f-8929-d997ad231435" providerId="ADAL" clId="{F7EFB3B1-56A6-4C16-B59D-F434F55AC407}" dt="2026-07-09T22:23:53.493" v="49" actId="26606"/>
          <ac:spMkLst>
            <pc:docMk/>
            <pc:sldMk cId="0" sldId="260"/>
            <ac:spMk id="3" creationId="{00000000-0000-0000-0000-000000000000}"/>
          </ac:spMkLst>
        </pc:spChg>
        <pc:spChg chg="add">
          <ac:chgData name="Ronald Eaglin" userId="c6b87d18-4edc-427f-8929-d997ad231435" providerId="ADAL" clId="{F7EFB3B1-56A6-4C16-B59D-F434F55AC407}" dt="2026-07-09T22:23:53.493" v="49" actId="26606"/>
          <ac:spMkLst>
            <pc:docMk/>
            <pc:sldMk cId="0" sldId="260"/>
            <ac:spMk id="10" creationId="{2B97F24A-32CE-4C1C-A50D-3016B394DCFB}"/>
          </ac:spMkLst>
        </pc:spChg>
        <pc:spChg chg="add">
          <ac:chgData name="Ronald Eaglin" userId="c6b87d18-4edc-427f-8929-d997ad231435" providerId="ADAL" clId="{F7EFB3B1-56A6-4C16-B59D-F434F55AC407}" dt="2026-07-09T22:23:53.493" v="49" actId="26606"/>
          <ac:spMkLst>
            <pc:docMk/>
            <pc:sldMk cId="0" sldId="260"/>
            <ac:spMk id="12" creationId="{CD8B4F24-440B-49E9-B85D-733523DC064B}"/>
          </ac:spMkLst>
        </pc:spChg>
        <pc:picChg chg="add mod">
          <ac:chgData name="Ronald Eaglin" userId="c6b87d18-4edc-427f-8929-d997ad231435" providerId="ADAL" clId="{F7EFB3B1-56A6-4C16-B59D-F434F55AC407}" dt="2026-07-09T22:23:53.493" v="49" actId="26606"/>
          <ac:picMkLst>
            <pc:docMk/>
            <pc:sldMk cId="0" sldId="260"/>
            <ac:picMk id="5" creationId="{C2BAFB7D-7123-5220-B561-16C9682B1B21}"/>
          </ac:picMkLst>
        </pc:picChg>
      </pc:sldChg>
      <pc:sldChg chg="addSp modSp mod setBg">
        <pc:chgData name="Ronald Eaglin" userId="c6b87d18-4edc-427f-8929-d997ad231435" providerId="ADAL" clId="{F7EFB3B1-56A6-4C16-B59D-F434F55AC407}" dt="2026-07-09T22:25:21.748" v="51" actId="26606"/>
        <pc:sldMkLst>
          <pc:docMk/>
          <pc:sldMk cId="0" sldId="261"/>
        </pc:sldMkLst>
        <pc:spChg chg="mod">
          <ac:chgData name="Ronald Eaglin" userId="c6b87d18-4edc-427f-8929-d997ad231435" providerId="ADAL" clId="{F7EFB3B1-56A6-4C16-B59D-F434F55AC407}" dt="2026-07-09T22:25:21.748" v="51" actId="26606"/>
          <ac:spMkLst>
            <pc:docMk/>
            <pc:sldMk cId="0" sldId="261"/>
            <ac:spMk id="2" creationId="{00000000-0000-0000-0000-000000000000}"/>
          </ac:spMkLst>
        </pc:spChg>
        <pc:spChg chg="mod">
          <ac:chgData name="Ronald Eaglin" userId="c6b87d18-4edc-427f-8929-d997ad231435" providerId="ADAL" clId="{F7EFB3B1-56A6-4C16-B59D-F434F55AC407}" dt="2026-07-09T22:25:21.748" v="51" actId="26606"/>
          <ac:spMkLst>
            <pc:docMk/>
            <pc:sldMk cId="0" sldId="261"/>
            <ac:spMk id="3" creationId="{00000000-0000-0000-0000-000000000000}"/>
          </ac:spMkLst>
        </pc:spChg>
        <pc:spChg chg="add">
          <ac:chgData name="Ronald Eaglin" userId="c6b87d18-4edc-427f-8929-d997ad231435" providerId="ADAL" clId="{F7EFB3B1-56A6-4C16-B59D-F434F55AC407}" dt="2026-07-09T22:25:21.748" v="51" actId="26606"/>
          <ac:spMkLst>
            <pc:docMk/>
            <pc:sldMk cId="0" sldId="261"/>
            <ac:spMk id="10" creationId="{2B97F24A-32CE-4C1C-A50D-3016B394DCFB}"/>
          </ac:spMkLst>
        </pc:spChg>
        <pc:spChg chg="add">
          <ac:chgData name="Ronald Eaglin" userId="c6b87d18-4edc-427f-8929-d997ad231435" providerId="ADAL" clId="{F7EFB3B1-56A6-4C16-B59D-F434F55AC407}" dt="2026-07-09T22:25:21.748" v="51" actId="26606"/>
          <ac:spMkLst>
            <pc:docMk/>
            <pc:sldMk cId="0" sldId="261"/>
            <ac:spMk id="12" creationId="{6357EC4F-235E-4222-A36F-C7878ACE37F2}"/>
          </ac:spMkLst>
        </pc:spChg>
        <pc:picChg chg="add mod">
          <ac:chgData name="Ronald Eaglin" userId="c6b87d18-4edc-427f-8929-d997ad231435" providerId="ADAL" clId="{F7EFB3B1-56A6-4C16-B59D-F434F55AC407}" dt="2026-07-09T22:25:21.748" v="51" actId="26606"/>
          <ac:picMkLst>
            <pc:docMk/>
            <pc:sldMk cId="0" sldId="261"/>
            <ac:picMk id="5" creationId="{DD855048-4B9D-68F0-F983-431EFF8EC38F}"/>
          </ac:picMkLst>
        </pc:picChg>
      </pc:sldChg>
      <pc:sldChg chg="addSp modSp mod setBg">
        <pc:chgData name="Ronald Eaglin" userId="c6b87d18-4edc-427f-8929-d997ad231435" providerId="ADAL" clId="{F7EFB3B1-56A6-4C16-B59D-F434F55AC407}" dt="2026-07-09T22:25:30.673" v="52" actId="26606"/>
        <pc:sldMkLst>
          <pc:docMk/>
          <pc:sldMk cId="0" sldId="262"/>
        </pc:sldMkLst>
        <pc:spChg chg="mod">
          <ac:chgData name="Ronald Eaglin" userId="c6b87d18-4edc-427f-8929-d997ad231435" providerId="ADAL" clId="{F7EFB3B1-56A6-4C16-B59D-F434F55AC407}" dt="2026-07-09T22:25:30.673" v="52" actId="26606"/>
          <ac:spMkLst>
            <pc:docMk/>
            <pc:sldMk cId="0" sldId="262"/>
            <ac:spMk id="2" creationId="{00000000-0000-0000-0000-000000000000}"/>
          </ac:spMkLst>
        </pc:spChg>
        <pc:spChg chg="mod">
          <ac:chgData name="Ronald Eaglin" userId="c6b87d18-4edc-427f-8929-d997ad231435" providerId="ADAL" clId="{F7EFB3B1-56A6-4C16-B59D-F434F55AC407}" dt="2026-07-09T22:25:30.673" v="52" actId="26606"/>
          <ac:spMkLst>
            <pc:docMk/>
            <pc:sldMk cId="0" sldId="262"/>
            <ac:spMk id="3" creationId="{00000000-0000-0000-0000-000000000000}"/>
          </ac:spMkLst>
        </pc:spChg>
        <pc:spChg chg="add">
          <ac:chgData name="Ronald Eaglin" userId="c6b87d18-4edc-427f-8929-d997ad231435" providerId="ADAL" clId="{F7EFB3B1-56A6-4C16-B59D-F434F55AC407}" dt="2026-07-09T22:25:30.673" v="52" actId="26606"/>
          <ac:spMkLst>
            <pc:docMk/>
            <pc:sldMk cId="0" sldId="262"/>
            <ac:spMk id="8" creationId="{777A147A-9ED8-46B4-8660-1B3C2AA880B5}"/>
          </ac:spMkLst>
        </pc:spChg>
        <pc:spChg chg="add">
          <ac:chgData name="Ronald Eaglin" userId="c6b87d18-4edc-427f-8929-d997ad231435" providerId="ADAL" clId="{F7EFB3B1-56A6-4C16-B59D-F434F55AC407}" dt="2026-07-09T22:25:30.673" v="52" actId="26606"/>
          <ac:spMkLst>
            <pc:docMk/>
            <pc:sldMk cId="0" sldId="262"/>
            <ac:spMk id="10" creationId="{5D6C15A0-C087-4593-8414-2B4EC1CDC3DE}"/>
          </ac:spMkLst>
        </pc:spChg>
      </pc:sldChg>
      <pc:sldChg chg="addSp modSp mod setBg">
        <pc:chgData name="Ronald Eaglin" userId="c6b87d18-4edc-427f-8929-d997ad231435" providerId="ADAL" clId="{F7EFB3B1-56A6-4C16-B59D-F434F55AC407}" dt="2026-07-09T22:26:01.240" v="54" actId="26606"/>
        <pc:sldMkLst>
          <pc:docMk/>
          <pc:sldMk cId="0" sldId="263"/>
        </pc:sldMkLst>
        <pc:spChg chg="mod">
          <ac:chgData name="Ronald Eaglin" userId="c6b87d18-4edc-427f-8929-d997ad231435" providerId="ADAL" clId="{F7EFB3B1-56A6-4C16-B59D-F434F55AC407}" dt="2026-07-09T22:26:01.240" v="54" actId="26606"/>
          <ac:spMkLst>
            <pc:docMk/>
            <pc:sldMk cId="0" sldId="263"/>
            <ac:spMk id="2" creationId="{00000000-0000-0000-0000-000000000000}"/>
          </ac:spMkLst>
        </pc:spChg>
        <pc:spChg chg="mod">
          <ac:chgData name="Ronald Eaglin" userId="c6b87d18-4edc-427f-8929-d997ad231435" providerId="ADAL" clId="{F7EFB3B1-56A6-4C16-B59D-F434F55AC407}" dt="2026-07-09T22:26:01.240" v="54" actId="26606"/>
          <ac:spMkLst>
            <pc:docMk/>
            <pc:sldMk cId="0" sldId="263"/>
            <ac:spMk id="3" creationId="{00000000-0000-0000-0000-000000000000}"/>
          </ac:spMkLst>
        </pc:spChg>
        <pc:spChg chg="add">
          <ac:chgData name="Ronald Eaglin" userId="c6b87d18-4edc-427f-8929-d997ad231435" providerId="ADAL" clId="{F7EFB3B1-56A6-4C16-B59D-F434F55AC407}" dt="2026-07-09T22:26:01.240" v="54" actId="26606"/>
          <ac:spMkLst>
            <pc:docMk/>
            <pc:sldMk cId="0" sldId="263"/>
            <ac:spMk id="10" creationId="{2B97F24A-32CE-4C1C-A50D-3016B394DCFB}"/>
          </ac:spMkLst>
        </pc:spChg>
        <pc:spChg chg="add">
          <ac:chgData name="Ronald Eaglin" userId="c6b87d18-4edc-427f-8929-d997ad231435" providerId="ADAL" clId="{F7EFB3B1-56A6-4C16-B59D-F434F55AC407}" dt="2026-07-09T22:26:01.240" v="54" actId="26606"/>
          <ac:spMkLst>
            <pc:docMk/>
            <pc:sldMk cId="0" sldId="263"/>
            <ac:spMk id="12" creationId="{CD8B4F24-440B-49E9-B85D-733523DC064B}"/>
          </ac:spMkLst>
        </pc:spChg>
        <pc:picChg chg="add mod">
          <ac:chgData name="Ronald Eaglin" userId="c6b87d18-4edc-427f-8929-d997ad231435" providerId="ADAL" clId="{F7EFB3B1-56A6-4C16-B59D-F434F55AC407}" dt="2026-07-09T22:26:01.240" v="54" actId="26606"/>
          <ac:picMkLst>
            <pc:docMk/>
            <pc:sldMk cId="0" sldId="263"/>
            <ac:picMk id="5" creationId="{8D53D9A4-B7C8-2D78-3BB1-8B482272BDFE}"/>
          </ac:picMkLst>
        </pc:picChg>
      </pc:sldChg>
      <pc:sldChg chg="addSp modSp mod setBg">
        <pc:chgData name="Ronald Eaglin" userId="c6b87d18-4edc-427f-8929-d997ad231435" providerId="ADAL" clId="{F7EFB3B1-56A6-4C16-B59D-F434F55AC407}" dt="2026-07-09T22:26:13.842" v="55" actId="26606"/>
        <pc:sldMkLst>
          <pc:docMk/>
          <pc:sldMk cId="0" sldId="264"/>
        </pc:sldMkLst>
        <pc:spChg chg="mod">
          <ac:chgData name="Ronald Eaglin" userId="c6b87d18-4edc-427f-8929-d997ad231435" providerId="ADAL" clId="{F7EFB3B1-56A6-4C16-B59D-F434F55AC407}" dt="2026-07-09T22:26:13.842" v="55" actId="26606"/>
          <ac:spMkLst>
            <pc:docMk/>
            <pc:sldMk cId="0" sldId="264"/>
            <ac:spMk id="2" creationId="{00000000-0000-0000-0000-000000000000}"/>
          </ac:spMkLst>
        </pc:spChg>
        <pc:spChg chg="mod">
          <ac:chgData name="Ronald Eaglin" userId="c6b87d18-4edc-427f-8929-d997ad231435" providerId="ADAL" clId="{F7EFB3B1-56A6-4C16-B59D-F434F55AC407}" dt="2026-07-09T22:26:13.842" v="55" actId="26606"/>
          <ac:spMkLst>
            <pc:docMk/>
            <pc:sldMk cId="0" sldId="264"/>
            <ac:spMk id="3" creationId="{00000000-0000-0000-0000-000000000000}"/>
          </ac:spMkLst>
        </pc:spChg>
        <pc:spChg chg="add">
          <ac:chgData name="Ronald Eaglin" userId="c6b87d18-4edc-427f-8929-d997ad231435" providerId="ADAL" clId="{F7EFB3B1-56A6-4C16-B59D-F434F55AC407}" dt="2026-07-09T22:26:13.842" v="55" actId="26606"/>
          <ac:spMkLst>
            <pc:docMk/>
            <pc:sldMk cId="0" sldId="264"/>
            <ac:spMk id="8" creationId="{777A147A-9ED8-46B4-8660-1B3C2AA880B5}"/>
          </ac:spMkLst>
        </pc:spChg>
        <pc:spChg chg="add">
          <ac:chgData name="Ronald Eaglin" userId="c6b87d18-4edc-427f-8929-d997ad231435" providerId="ADAL" clId="{F7EFB3B1-56A6-4C16-B59D-F434F55AC407}" dt="2026-07-09T22:26:13.842" v="55" actId="26606"/>
          <ac:spMkLst>
            <pc:docMk/>
            <pc:sldMk cId="0" sldId="264"/>
            <ac:spMk id="10" creationId="{5D6C15A0-C087-4593-8414-2B4EC1CDC3DE}"/>
          </ac:spMkLst>
        </pc:spChg>
      </pc:sldChg>
      <pc:sldChg chg="addSp delSp modSp mod setBg">
        <pc:chgData name="Ronald Eaglin" userId="c6b87d18-4edc-427f-8929-d997ad231435" providerId="ADAL" clId="{F7EFB3B1-56A6-4C16-B59D-F434F55AC407}" dt="2026-07-09T22:26:21.037" v="56" actId="26606"/>
        <pc:sldMkLst>
          <pc:docMk/>
          <pc:sldMk cId="0" sldId="265"/>
        </pc:sldMkLst>
        <pc:spChg chg="mod">
          <ac:chgData name="Ronald Eaglin" userId="c6b87d18-4edc-427f-8929-d997ad231435" providerId="ADAL" clId="{F7EFB3B1-56A6-4C16-B59D-F434F55AC407}" dt="2026-07-09T22:26:21.037" v="56" actId="26606"/>
          <ac:spMkLst>
            <pc:docMk/>
            <pc:sldMk cId="0" sldId="265"/>
            <ac:spMk id="2" creationId="{00000000-0000-0000-0000-000000000000}"/>
          </ac:spMkLst>
        </pc:spChg>
        <pc:spChg chg="del">
          <ac:chgData name="Ronald Eaglin" userId="c6b87d18-4edc-427f-8929-d997ad231435" providerId="ADAL" clId="{F7EFB3B1-56A6-4C16-B59D-F434F55AC407}" dt="2026-07-09T22:26:21.037" v="56" actId="26606"/>
          <ac:spMkLst>
            <pc:docMk/>
            <pc:sldMk cId="0" sldId="265"/>
            <ac:spMk id="3" creationId="{00000000-0000-0000-0000-000000000000}"/>
          </ac:spMkLst>
        </pc:spChg>
        <pc:spChg chg="add">
          <ac:chgData name="Ronald Eaglin" userId="c6b87d18-4edc-427f-8929-d997ad231435" providerId="ADAL" clId="{F7EFB3B1-56A6-4C16-B59D-F434F55AC407}" dt="2026-07-09T22:26:21.037" v="56" actId="26606"/>
          <ac:spMkLst>
            <pc:docMk/>
            <pc:sldMk cId="0" sldId="265"/>
            <ac:spMk id="10" creationId="{B50AB553-2A96-4A92-96F2-93548E096954}"/>
          </ac:spMkLst>
        </pc:spChg>
        <pc:graphicFrameChg chg="add">
          <ac:chgData name="Ronald Eaglin" userId="c6b87d18-4edc-427f-8929-d997ad231435" providerId="ADAL" clId="{F7EFB3B1-56A6-4C16-B59D-F434F55AC407}" dt="2026-07-09T22:26:21.037" v="56" actId="26606"/>
          <ac:graphicFrameMkLst>
            <pc:docMk/>
            <pc:sldMk cId="0" sldId="265"/>
            <ac:graphicFrameMk id="5" creationId="{1FDE1999-228F-E5B8-D01C-0E673504B25A}"/>
          </ac:graphicFrameMkLst>
        </pc:graphicFrameChg>
        <pc:picChg chg="add">
          <ac:chgData name="Ronald Eaglin" userId="c6b87d18-4edc-427f-8929-d997ad231435" providerId="ADAL" clId="{F7EFB3B1-56A6-4C16-B59D-F434F55AC407}" dt="2026-07-09T22:26:21.037" v="56" actId="26606"/>
          <ac:picMkLst>
            <pc:docMk/>
            <pc:sldMk cId="0" sldId="265"/>
            <ac:picMk id="6" creationId="{CDD8950D-004B-ACEF-DE83-F83FE2CF9AD7}"/>
          </ac:picMkLst>
        </pc:picChg>
      </pc:sldChg>
      <pc:sldChg chg="addSp modSp mod setBg">
        <pc:chgData name="Ronald Eaglin" userId="c6b87d18-4edc-427f-8929-d997ad231435" providerId="ADAL" clId="{F7EFB3B1-56A6-4C16-B59D-F434F55AC407}" dt="2026-07-09T22:26:33.064" v="57" actId="26606"/>
        <pc:sldMkLst>
          <pc:docMk/>
          <pc:sldMk cId="0" sldId="266"/>
        </pc:sldMkLst>
        <pc:spChg chg="mod">
          <ac:chgData name="Ronald Eaglin" userId="c6b87d18-4edc-427f-8929-d997ad231435" providerId="ADAL" clId="{F7EFB3B1-56A6-4C16-B59D-F434F55AC407}" dt="2026-07-09T22:26:33.064" v="57" actId="26606"/>
          <ac:spMkLst>
            <pc:docMk/>
            <pc:sldMk cId="0" sldId="266"/>
            <ac:spMk id="2" creationId="{00000000-0000-0000-0000-000000000000}"/>
          </ac:spMkLst>
        </pc:spChg>
        <pc:spChg chg="mod">
          <ac:chgData name="Ronald Eaglin" userId="c6b87d18-4edc-427f-8929-d997ad231435" providerId="ADAL" clId="{F7EFB3B1-56A6-4C16-B59D-F434F55AC407}" dt="2026-07-09T22:26:33.064" v="57" actId="26606"/>
          <ac:spMkLst>
            <pc:docMk/>
            <pc:sldMk cId="0" sldId="266"/>
            <ac:spMk id="3" creationId="{00000000-0000-0000-0000-000000000000}"/>
          </ac:spMkLst>
        </pc:spChg>
        <pc:spChg chg="add">
          <ac:chgData name="Ronald Eaglin" userId="c6b87d18-4edc-427f-8929-d997ad231435" providerId="ADAL" clId="{F7EFB3B1-56A6-4C16-B59D-F434F55AC407}" dt="2026-07-09T22:26:33.064" v="57" actId="26606"/>
          <ac:spMkLst>
            <pc:docMk/>
            <pc:sldMk cId="0" sldId="266"/>
            <ac:spMk id="8" creationId="{777A147A-9ED8-46B4-8660-1B3C2AA880B5}"/>
          </ac:spMkLst>
        </pc:spChg>
        <pc:spChg chg="add">
          <ac:chgData name="Ronald Eaglin" userId="c6b87d18-4edc-427f-8929-d997ad231435" providerId="ADAL" clId="{F7EFB3B1-56A6-4C16-B59D-F434F55AC407}" dt="2026-07-09T22:26:33.064" v="57" actId="26606"/>
          <ac:spMkLst>
            <pc:docMk/>
            <pc:sldMk cId="0" sldId="266"/>
            <ac:spMk id="10" creationId="{5D6C15A0-C087-4593-8414-2B4EC1CDC3DE}"/>
          </ac:spMkLst>
        </pc:spChg>
      </pc:sldChg>
      <pc:sldChg chg="addSp modSp mod setBg">
        <pc:chgData name="Ronald Eaglin" userId="c6b87d18-4edc-427f-8929-d997ad231435" providerId="ADAL" clId="{F7EFB3B1-56A6-4C16-B59D-F434F55AC407}" dt="2026-07-09T22:26:44.429" v="58" actId="26606"/>
        <pc:sldMkLst>
          <pc:docMk/>
          <pc:sldMk cId="0" sldId="267"/>
        </pc:sldMkLst>
        <pc:spChg chg="mod">
          <ac:chgData name="Ronald Eaglin" userId="c6b87d18-4edc-427f-8929-d997ad231435" providerId="ADAL" clId="{F7EFB3B1-56A6-4C16-B59D-F434F55AC407}" dt="2026-07-09T22:26:44.429" v="58" actId="26606"/>
          <ac:spMkLst>
            <pc:docMk/>
            <pc:sldMk cId="0" sldId="267"/>
            <ac:spMk id="2" creationId="{00000000-0000-0000-0000-000000000000}"/>
          </ac:spMkLst>
        </pc:spChg>
        <pc:spChg chg="mod">
          <ac:chgData name="Ronald Eaglin" userId="c6b87d18-4edc-427f-8929-d997ad231435" providerId="ADAL" clId="{F7EFB3B1-56A6-4C16-B59D-F434F55AC407}" dt="2026-07-09T22:26:44.429" v="58" actId="26606"/>
          <ac:spMkLst>
            <pc:docMk/>
            <pc:sldMk cId="0" sldId="267"/>
            <ac:spMk id="3" creationId="{00000000-0000-0000-0000-000000000000}"/>
          </ac:spMkLst>
        </pc:spChg>
        <pc:spChg chg="add">
          <ac:chgData name="Ronald Eaglin" userId="c6b87d18-4edc-427f-8929-d997ad231435" providerId="ADAL" clId="{F7EFB3B1-56A6-4C16-B59D-F434F55AC407}" dt="2026-07-09T22:26:44.429" v="58" actId="26606"/>
          <ac:spMkLst>
            <pc:docMk/>
            <pc:sldMk cId="0" sldId="267"/>
            <ac:spMk id="9" creationId="{F13C74B1-5B17-4795-BED0-7140497B445A}"/>
          </ac:spMkLst>
        </pc:spChg>
        <pc:spChg chg="add">
          <ac:chgData name="Ronald Eaglin" userId="c6b87d18-4edc-427f-8929-d997ad231435" providerId="ADAL" clId="{F7EFB3B1-56A6-4C16-B59D-F434F55AC407}" dt="2026-07-09T22:26:44.429" v="58" actId="26606"/>
          <ac:spMkLst>
            <pc:docMk/>
            <pc:sldMk cId="0" sldId="267"/>
            <ac:spMk id="11" creationId="{D4974D33-8DC5-464E-8C6D-BE58F0669C17}"/>
          </ac:spMkLst>
        </pc:spChg>
        <pc:picChg chg="add">
          <ac:chgData name="Ronald Eaglin" userId="c6b87d18-4edc-427f-8929-d997ad231435" providerId="ADAL" clId="{F7EFB3B1-56A6-4C16-B59D-F434F55AC407}" dt="2026-07-09T22:26:44.429" v="58" actId="26606"/>
          <ac:picMkLst>
            <pc:docMk/>
            <pc:sldMk cId="0" sldId="267"/>
            <ac:picMk id="5" creationId="{FE9719B3-1BF7-14DF-619E-E8F4455B24AC}"/>
          </ac:picMkLst>
        </pc:picChg>
      </pc:sldChg>
      <pc:sldChg chg="addSp modSp mod setBg">
        <pc:chgData name="Ronald Eaglin" userId="c6b87d18-4edc-427f-8929-d997ad231435" providerId="ADAL" clId="{F7EFB3B1-56A6-4C16-B59D-F434F55AC407}" dt="2026-07-09T22:26:55.033" v="59" actId="26606"/>
        <pc:sldMkLst>
          <pc:docMk/>
          <pc:sldMk cId="0" sldId="268"/>
        </pc:sldMkLst>
        <pc:spChg chg="mod">
          <ac:chgData name="Ronald Eaglin" userId="c6b87d18-4edc-427f-8929-d997ad231435" providerId="ADAL" clId="{F7EFB3B1-56A6-4C16-B59D-F434F55AC407}" dt="2026-07-09T22:26:55.033" v="59" actId="26606"/>
          <ac:spMkLst>
            <pc:docMk/>
            <pc:sldMk cId="0" sldId="268"/>
            <ac:spMk id="2" creationId="{00000000-0000-0000-0000-000000000000}"/>
          </ac:spMkLst>
        </pc:spChg>
        <pc:spChg chg="mod">
          <ac:chgData name="Ronald Eaglin" userId="c6b87d18-4edc-427f-8929-d997ad231435" providerId="ADAL" clId="{F7EFB3B1-56A6-4C16-B59D-F434F55AC407}" dt="2026-07-09T22:26:55.033" v="59" actId="26606"/>
          <ac:spMkLst>
            <pc:docMk/>
            <pc:sldMk cId="0" sldId="268"/>
            <ac:spMk id="3" creationId="{00000000-0000-0000-0000-000000000000}"/>
          </ac:spMkLst>
        </pc:spChg>
        <pc:spChg chg="add">
          <ac:chgData name="Ronald Eaglin" userId="c6b87d18-4edc-427f-8929-d997ad231435" providerId="ADAL" clId="{F7EFB3B1-56A6-4C16-B59D-F434F55AC407}" dt="2026-07-09T22:26:55.033" v="59" actId="26606"/>
          <ac:spMkLst>
            <pc:docMk/>
            <pc:sldMk cId="0" sldId="268"/>
            <ac:spMk id="9" creationId="{F13C74B1-5B17-4795-BED0-7140497B445A}"/>
          </ac:spMkLst>
        </pc:spChg>
        <pc:spChg chg="add">
          <ac:chgData name="Ronald Eaglin" userId="c6b87d18-4edc-427f-8929-d997ad231435" providerId="ADAL" clId="{F7EFB3B1-56A6-4C16-B59D-F434F55AC407}" dt="2026-07-09T22:26:55.033" v="59" actId="26606"/>
          <ac:spMkLst>
            <pc:docMk/>
            <pc:sldMk cId="0" sldId="268"/>
            <ac:spMk id="11" creationId="{D4974D33-8DC5-464E-8C6D-BE58F0669C17}"/>
          </ac:spMkLst>
        </pc:spChg>
        <pc:picChg chg="add">
          <ac:chgData name="Ronald Eaglin" userId="c6b87d18-4edc-427f-8929-d997ad231435" providerId="ADAL" clId="{F7EFB3B1-56A6-4C16-B59D-F434F55AC407}" dt="2026-07-09T22:26:55.033" v="59" actId="26606"/>
          <ac:picMkLst>
            <pc:docMk/>
            <pc:sldMk cId="0" sldId="268"/>
            <ac:picMk id="5" creationId="{6DFC6ABE-47A4-A36F-6FDF-A3389A643829}"/>
          </ac:picMkLst>
        </pc:picChg>
      </pc:sldChg>
      <pc:sldChg chg="addSp modSp mod setBg">
        <pc:chgData name="Ronald Eaglin" userId="c6b87d18-4edc-427f-8929-d997ad231435" providerId="ADAL" clId="{F7EFB3B1-56A6-4C16-B59D-F434F55AC407}" dt="2026-07-09T22:27:42.689" v="61" actId="26606"/>
        <pc:sldMkLst>
          <pc:docMk/>
          <pc:sldMk cId="0" sldId="269"/>
        </pc:sldMkLst>
        <pc:spChg chg="mod">
          <ac:chgData name="Ronald Eaglin" userId="c6b87d18-4edc-427f-8929-d997ad231435" providerId="ADAL" clId="{F7EFB3B1-56A6-4C16-B59D-F434F55AC407}" dt="2026-07-09T22:27:42.689" v="61" actId="26606"/>
          <ac:spMkLst>
            <pc:docMk/>
            <pc:sldMk cId="0" sldId="269"/>
            <ac:spMk id="2" creationId="{00000000-0000-0000-0000-000000000000}"/>
          </ac:spMkLst>
        </pc:spChg>
        <pc:spChg chg="mod">
          <ac:chgData name="Ronald Eaglin" userId="c6b87d18-4edc-427f-8929-d997ad231435" providerId="ADAL" clId="{F7EFB3B1-56A6-4C16-B59D-F434F55AC407}" dt="2026-07-09T22:27:42.689" v="61" actId="26606"/>
          <ac:spMkLst>
            <pc:docMk/>
            <pc:sldMk cId="0" sldId="269"/>
            <ac:spMk id="3" creationId="{00000000-0000-0000-0000-000000000000}"/>
          </ac:spMkLst>
        </pc:spChg>
        <pc:spChg chg="add">
          <ac:chgData name="Ronald Eaglin" userId="c6b87d18-4edc-427f-8929-d997ad231435" providerId="ADAL" clId="{F7EFB3B1-56A6-4C16-B59D-F434F55AC407}" dt="2026-07-09T22:27:42.689" v="61" actId="26606"/>
          <ac:spMkLst>
            <pc:docMk/>
            <pc:sldMk cId="0" sldId="269"/>
            <ac:spMk id="10" creationId="{2B97F24A-32CE-4C1C-A50D-3016B394DCFB}"/>
          </ac:spMkLst>
        </pc:spChg>
        <pc:spChg chg="add">
          <ac:chgData name="Ronald Eaglin" userId="c6b87d18-4edc-427f-8929-d997ad231435" providerId="ADAL" clId="{F7EFB3B1-56A6-4C16-B59D-F434F55AC407}" dt="2026-07-09T22:27:42.689" v="61" actId="26606"/>
          <ac:spMkLst>
            <pc:docMk/>
            <pc:sldMk cId="0" sldId="269"/>
            <ac:spMk id="12" creationId="{CD8B4F24-440B-49E9-B85D-733523DC064B}"/>
          </ac:spMkLst>
        </pc:spChg>
        <pc:picChg chg="add mod">
          <ac:chgData name="Ronald Eaglin" userId="c6b87d18-4edc-427f-8929-d997ad231435" providerId="ADAL" clId="{F7EFB3B1-56A6-4C16-B59D-F434F55AC407}" dt="2026-07-09T22:27:42.689" v="61" actId="26606"/>
          <ac:picMkLst>
            <pc:docMk/>
            <pc:sldMk cId="0" sldId="269"/>
            <ac:picMk id="5" creationId="{A83F990D-8021-5045-AF28-70391387E2B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AE1295-9555-4022-A735-033744FF7BC8}"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52DD23AE-8575-43BD-B733-7DF17988A489}">
      <dgm:prSet/>
      <dgm:spPr/>
      <dgm:t>
        <a:bodyPr/>
        <a:lstStyle/>
        <a:p>
          <a:r>
            <a:rPr lang="en-US"/>
            <a:t>PreseMaker uses AI to generate courses, quizzes, and activities.</a:t>
          </a:r>
        </a:p>
      </dgm:t>
    </dgm:pt>
    <dgm:pt modelId="{48587344-F824-4B7C-955B-9F7354A9EBA0}" type="parTrans" cxnId="{792C4CBB-34AE-41F6-AC88-02FC26BCAD36}">
      <dgm:prSet/>
      <dgm:spPr/>
      <dgm:t>
        <a:bodyPr/>
        <a:lstStyle/>
        <a:p>
          <a:endParaRPr lang="en-US"/>
        </a:p>
      </dgm:t>
    </dgm:pt>
    <dgm:pt modelId="{242A073A-231C-49E0-A49E-38A996892F85}" type="sibTrans" cxnId="{792C4CBB-34AE-41F6-AC88-02FC26BCAD36}">
      <dgm:prSet/>
      <dgm:spPr/>
      <dgm:t>
        <a:bodyPr/>
        <a:lstStyle/>
        <a:p>
          <a:endParaRPr lang="en-US"/>
        </a:p>
      </dgm:t>
    </dgm:pt>
    <dgm:pt modelId="{34E82A62-F8F0-4F1D-970D-2A82BE9F9EFB}">
      <dgm:prSet/>
      <dgm:spPr/>
      <dgm:t>
        <a:bodyPr/>
        <a:lstStyle/>
        <a:p>
          <a:r>
            <a:rPr lang="en-US"/>
            <a:t>AI capabilities come from external, third-party providers.</a:t>
          </a:r>
        </a:p>
      </dgm:t>
    </dgm:pt>
    <dgm:pt modelId="{C0B8E22F-DB29-480F-B63C-4F91C29A077C}" type="parTrans" cxnId="{A52EBD89-89E3-45DA-B5F0-DC5534FF74D9}">
      <dgm:prSet/>
      <dgm:spPr/>
      <dgm:t>
        <a:bodyPr/>
        <a:lstStyle/>
        <a:p>
          <a:endParaRPr lang="en-US"/>
        </a:p>
      </dgm:t>
    </dgm:pt>
    <dgm:pt modelId="{F56C6CF6-2450-4616-8B3D-B3DFA98DF698}" type="sibTrans" cxnId="{A52EBD89-89E3-45DA-B5F0-DC5534FF74D9}">
      <dgm:prSet/>
      <dgm:spPr/>
      <dgm:t>
        <a:bodyPr/>
        <a:lstStyle/>
        <a:p>
          <a:endParaRPr lang="en-US"/>
        </a:p>
      </dgm:t>
    </dgm:pt>
    <dgm:pt modelId="{F03C4A18-27D5-43DA-93BB-95792F7AF921}">
      <dgm:prSet/>
      <dgm:spPr/>
      <dgm:t>
        <a:bodyPr/>
        <a:lstStyle/>
        <a:p>
          <a:r>
            <a:rPr lang="en-US"/>
            <a:t>A direct internet connection to the provider is required.</a:t>
          </a:r>
        </a:p>
      </dgm:t>
    </dgm:pt>
    <dgm:pt modelId="{36AA0085-9682-4644-9CBA-C78B7AE8712B}" type="parTrans" cxnId="{0248BCC9-8942-4242-BA8F-9165F3CC67DC}">
      <dgm:prSet/>
      <dgm:spPr/>
      <dgm:t>
        <a:bodyPr/>
        <a:lstStyle/>
        <a:p>
          <a:endParaRPr lang="en-US"/>
        </a:p>
      </dgm:t>
    </dgm:pt>
    <dgm:pt modelId="{009DA4F5-CA76-4BC7-A113-71365FC37150}" type="sibTrans" cxnId="{0248BCC9-8942-4242-BA8F-9165F3CC67DC}">
      <dgm:prSet/>
      <dgm:spPr/>
      <dgm:t>
        <a:bodyPr/>
        <a:lstStyle/>
        <a:p>
          <a:endParaRPr lang="en-US"/>
        </a:p>
      </dgm:t>
    </dgm:pt>
    <dgm:pt modelId="{4AD86911-326C-4259-AB75-9ADAB9DF446A}">
      <dgm:prSet/>
      <dgm:spPr/>
      <dgm:t>
        <a:bodyPr/>
        <a:lstStyle/>
        <a:p>
          <a:r>
            <a:rPr lang="en-US"/>
            <a:t>API keys authenticate every request sent to the provider.</a:t>
          </a:r>
        </a:p>
      </dgm:t>
    </dgm:pt>
    <dgm:pt modelId="{88016C6E-A0E7-4C2F-B905-3119EF132745}" type="parTrans" cxnId="{424EBE39-EAB3-4E70-98E2-52F774A99D8E}">
      <dgm:prSet/>
      <dgm:spPr/>
      <dgm:t>
        <a:bodyPr/>
        <a:lstStyle/>
        <a:p>
          <a:endParaRPr lang="en-US"/>
        </a:p>
      </dgm:t>
    </dgm:pt>
    <dgm:pt modelId="{B0D87755-3791-4FCE-9C1C-CB64F8304C76}" type="sibTrans" cxnId="{424EBE39-EAB3-4E70-98E2-52F774A99D8E}">
      <dgm:prSet/>
      <dgm:spPr/>
      <dgm:t>
        <a:bodyPr/>
        <a:lstStyle/>
        <a:p>
          <a:endParaRPr lang="en-US"/>
        </a:p>
      </dgm:t>
    </dgm:pt>
    <dgm:pt modelId="{38632713-C2B0-404A-A282-3370F6C9AF5D}">
      <dgm:prSet/>
      <dgm:spPr/>
      <dgm:t>
        <a:bodyPr/>
        <a:lstStyle/>
        <a:p>
          <a:r>
            <a:rPr lang="en-US"/>
            <a:t>Users choose the provider that best fits their needs.</a:t>
          </a:r>
        </a:p>
      </dgm:t>
    </dgm:pt>
    <dgm:pt modelId="{4E9A1CC2-0A70-46F8-B0F4-F7B65084CC3B}" type="parTrans" cxnId="{0C4D54B5-8D07-45D4-96C2-8788CE8CF984}">
      <dgm:prSet/>
      <dgm:spPr/>
      <dgm:t>
        <a:bodyPr/>
        <a:lstStyle/>
        <a:p>
          <a:endParaRPr lang="en-US"/>
        </a:p>
      </dgm:t>
    </dgm:pt>
    <dgm:pt modelId="{6FE677F2-478B-485B-9070-E35003D2DBED}" type="sibTrans" cxnId="{0C4D54B5-8D07-45D4-96C2-8788CE8CF984}">
      <dgm:prSet/>
      <dgm:spPr/>
      <dgm:t>
        <a:bodyPr/>
        <a:lstStyle/>
        <a:p>
          <a:endParaRPr lang="en-US"/>
        </a:p>
      </dgm:t>
    </dgm:pt>
    <dgm:pt modelId="{1D2AEEDA-97B0-4281-8EC0-388F27145415}" type="pres">
      <dgm:prSet presAssocID="{B3AE1295-9555-4022-A735-033744FF7BC8}" presName="linear" presStyleCnt="0">
        <dgm:presLayoutVars>
          <dgm:animLvl val="lvl"/>
          <dgm:resizeHandles val="exact"/>
        </dgm:presLayoutVars>
      </dgm:prSet>
      <dgm:spPr/>
    </dgm:pt>
    <dgm:pt modelId="{9E00977D-431E-4685-A202-A01F80F709AC}" type="pres">
      <dgm:prSet presAssocID="{52DD23AE-8575-43BD-B733-7DF17988A489}" presName="parentText" presStyleLbl="node1" presStyleIdx="0" presStyleCnt="5">
        <dgm:presLayoutVars>
          <dgm:chMax val="0"/>
          <dgm:bulletEnabled val="1"/>
        </dgm:presLayoutVars>
      </dgm:prSet>
      <dgm:spPr/>
    </dgm:pt>
    <dgm:pt modelId="{692B53D9-DACD-4F0C-ABC8-478D359012B4}" type="pres">
      <dgm:prSet presAssocID="{242A073A-231C-49E0-A49E-38A996892F85}" presName="spacer" presStyleCnt="0"/>
      <dgm:spPr/>
    </dgm:pt>
    <dgm:pt modelId="{25B23B55-F273-4112-82C2-3B8A87737F88}" type="pres">
      <dgm:prSet presAssocID="{34E82A62-F8F0-4F1D-970D-2A82BE9F9EFB}" presName="parentText" presStyleLbl="node1" presStyleIdx="1" presStyleCnt="5">
        <dgm:presLayoutVars>
          <dgm:chMax val="0"/>
          <dgm:bulletEnabled val="1"/>
        </dgm:presLayoutVars>
      </dgm:prSet>
      <dgm:spPr/>
    </dgm:pt>
    <dgm:pt modelId="{5E38F381-A9D4-4D28-BD73-37BA3F9AF56D}" type="pres">
      <dgm:prSet presAssocID="{F56C6CF6-2450-4616-8B3D-B3DFA98DF698}" presName="spacer" presStyleCnt="0"/>
      <dgm:spPr/>
    </dgm:pt>
    <dgm:pt modelId="{CF24E647-C0B0-44B6-8950-A098B54183A0}" type="pres">
      <dgm:prSet presAssocID="{F03C4A18-27D5-43DA-93BB-95792F7AF921}" presName="parentText" presStyleLbl="node1" presStyleIdx="2" presStyleCnt="5">
        <dgm:presLayoutVars>
          <dgm:chMax val="0"/>
          <dgm:bulletEnabled val="1"/>
        </dgm:presLayoutVars>
      </dgm:prSet>
      <dgm:spPr/>
    </dgm:pt>
    <dgm:pt modelId="{EC20D530-92E4-4DE4-9B0F-0286AB5B92D1}" type="pres">
      <dgm:prSet presAssocID="{009DA4F5-CA76-4BC7-A113-71365FC37150}" presName="spacer" presStyleCnt="0"/>
      <dgm:spPr/>
    </dgm:pt>
    <dgm:pt modelId="{9387960E-7240-4029-8356-C61F3CD31327}" type="pres">
      <dgm:prSet presAssocID="{4AD86911-326C-4259-AB75-9ADAB9DF446A}" presName="parentText" presStyleLbl="node1" presStyleIdx="3" presStyleCnt="5">
        <dgm:presLayoutVars>
          <dgm:chMax val="0"/>
          <dgm:bulletEnabled val="1"/>
        </dgm:presLayoutVars>
      </dgm:prSet>
      <dgm:spPr/>
    </dgm:pt>
    <dgm:pt modelId="{27464D48-E32D-41BB-BE46-FAE822E56D04}" type="pres">
      <dgm:prSet presAssocID="{B0D87755-3791-4FCE-9C1C-CB64F8304C76}" presName="spacer" presStyleCnt="0"/>
      <dgm:spPr/>
    </dgm:pt>
    <dgm:pt modelId="{3A128452-45EA-44F1-8540-FC4860570AC4}" type="pres">
      <dgm:prSet presAssocID="{38632713-C2B0-404A-A282-3370F6C9AF5D}" presName="parentText" presStyleLbl="node1" presStyleIdx="4" presStyleCnt="5">
        <dgm:presLayoutVars>
          <dgm:chMax val="0"/>
          <dgm:bulletEnabled val="1"/>
        </dgm:presLayoutVars>
      </dgm:prSet>
      <dgm:spPr/>
    </dgm:pt>
  </dgm:ptLst>
  <dgm:cxnLst>
    <dgm:cxn modelId="{5F984E33-3FF6-41C5-8D0A-36DA4E0373F4}" type="presOf" srcId="{34E82A62-F8F0-4F1D-970D-2A82BE9F9EFB}" destId="{25B23B55-F273-4112-82C2-3B8A87737F88}" srcOrd="0" destOrd="0" presId="urn:microsoft.com/office/officeart/2005/8/layout/vList2"/>
    <dgm:cxn modelId="{424EBE39-EAB3-4E70-98E2-52F774A99D8E}" srcId="{B3AE1295-9555-4022-A735-033744FF7BC8}" destId="{4AD86911-326C-4259-AB75-9ADAB9DF446A}" srcOrd="3" destOrd="0" parTransId="{88016C6E-A0E7-4C2F-B905-3119EF132745}" sibTransId="{B0D87755-3791-4FCE-9C1C-CB64F8304C76}"/>
    <dgm:cxn modelId="{A0AF857B-E3F8-4A8E-8FBD-2405EA918FD2}" type="presOf" srcId="{F03C4A18-27D5-43DA-93BB-95792F7AF921}" destId="{CF24E647-C0B0-44B6-8950-A098B54183A0}" srcOrd="0" destOrd="0" presId="urn:microsoft.com/office/officeart/2005/8/layout/vList2"/>
    <dgm:cxn modelId="{75127782-3E05-4730-80F5-B5731FA93E96}" type="presOf" srcId="{38632713-C2B0-404A-A282-3370F6C9AF5D}" destId="{3A128452-45EA-44F1-8540-FC4860570AC4}" srcOrd="0" destOrd="0" presId="urn:microsoft.com/office/officeart/2005/8/layout/vList2"/>
    <dgm:cxn modelId="{A52EBD89-89E3-45DA-B5F0-DC5534FF74D9}" srcId="{B3AE1295-9555-4022-A735-033744FF7BC8}" destId="{34E82A62-F8F0-4F1D-970D-2A82BE9F9EFB}" srcOrd="1" destOrd="0" parTransId="{C0B8E22F-DB29-480F-B63C-4F91C29A077C}" sibTransId="{F56C6CF6-2450-4616-8B3D-B3DFA98DF698}"/>
    <dgm:cxn modelId="{BEF323B1-211E-43A3-BCDB-5C2461E5289B}" type="presOf" srcId="{B3AE1295-9555-4022-A735-033744FF7BC8}" destId="{1D2AEEDA-97B0-4281-8EC0-388F27145415}" srcOrd="0" destOrd="0" presId="urn:microsoft.com/office/officeart/2005/8/layout/vList2"/>
    <dgm:cxn modelId="{0C4D54B5-8D07-45D4-96C2-8788CE8CF984}" srcId="{B3AE1295-9555-4022-A735-033744FF7BC8}" destId="{38632713-C2B0-404A-A282-3370F6C9AF5D}" srcOrd="4" destOrd="0" parTransId="{4E9A1CC2-0A70-46F8-B0F4-F7B65084CC3B}" sibTransId="{6FE677F2-478B-485B-9070-E35003D2DBED}"/>
    <dgm:cxn modelId="{792C4CBB-34AE-41F6-AC88-02FC26BCAD36}" srcId="{B3AE1295-9555-4022-A735-033744FF7BC8}" destId="{52DD23AE-8575-43BD-B733-7DF17988A489}" srcOrd="0" destOrd="0" parTransId="{48587344-F824-4B7C-955B-9F7354A9EBA0}" sibTransId="{242A073A-231C-49E0-A49E-38A996892F85}"/>
    <dgm:cxn modelId="{0248BCC9-8942-4242-BA8F-9165F3CC67DC}" srcId="{B3AE1295-9555-4022-A735-033744FF7BC8}" destId="{F03C4A18-27D5-43DA-93BB-95792F7AF921}" srcOrd="2" destOrd="0" parTransId="{36AA0085-9682-4644-9CBA-C78B7AE8712B}" sibTransId="{009DA4F5-CA76-4BC7-A113-71365FC37150}"/>
    <dgm:cxn modelId="{108681E6-E67C-49AC-8E6B-CFF547AAC5F1}" type="presOf" srcId="{4AD86911-326C-4259-AB75-9ADAB9DF446A}" destId="{9387960E-7240-4029-8356-C61F3CD31327}" srcOrd="0" destOrd="0" presId="urn:microsoft.com/office/officeart/2005/8/layout/vList2"/>
    <dgm:cxn modelId="{ABFB9DF3-B724-4BA3-BEBE-A6667A57ECEA}" type="presOf" srcId="{52DD23AE-8575-43BD-B733-7DF17988A489}" destId="{9E00977D-431E-4685-A202-A01F80F709AC}" srcOrd="0" destOrd="0" presId="urn:microsoft.com/office/officeart/2005/8/layout/vList2"/>
    <dgm:cxn modelId="{E642156B-2C0B-4534-A08F-EF474CBD9EC3}" type="presParOf" srcId="{1D2AEEDA-97B0-4281-8EC0-388F27145415}" destId="{9E00977D-431E-4685-A202-A01F80F709AC}" srcOrd="0" destOrd="0" presId="urn:microsoft.com/office/officeart/2005/8/layout/vList2"/>
    <dgm:cxn modelId="{E5B506B7-7E28-4582-80C0-68E5A961FE43}" type="presParOf" srcId="{1D2AEEDA-97B0-4281-8EC0-388F27145415}" destId="{692B53D9-DACD-4F0C-ABC8-478D359012B4}" srcOrd="1" destOrd="0" presId="urn:microsoft.com/office/officeart/2005/8/layout/vList2"/>
    <dgm:cxn modelId="{FF2B3010-9994-4F6D-A250-B66F6CB457D8}" type="presParOf" srcId="{1D2AEEDA-97B0-4281-8EC0-388F27145415}" destId="{25B23B55-F273-4112-82C2-3B8A87737F88}" srcOrd="2" destOrd="0" presId="urn:microsoft.com/office/officeart/2005/8/layout/vList2"/>
    <dgm:cxn modelId="{DA442FA4-DCD5-4667-BB1C-53278E930E68}" type="presParOf" srcId="{1D2AEEDA-97B0-4281-8EC0-388F27145415}" destId="{5E38F381-A9D4-4D28-BD73-37BA3F9AF56D}" srcOrd="3" destOrd="0" presId="urn:microsoft.com/office/officeart/2005/8/layout/vList2"/>
    <dgm:cxn modelId="{704F6B4A-C0F6-4A21-A4EC-B2D9BC16A9F4}" type="presParOf" srcId="{1D2AEEDA-97B0-4281-8EC0-388F27145415}" destId="{CF24E647-C0B0-44B6-8950-A098B54183A0}" srcOrd="4" destOrd="0" presId="urn:microsoft.com/office/officeart/2005/8/layout/vList2"/>
    <dgm:cxn modelId="{DB1A4F56-FE5D-4CAF-B2C2-A525933E37EC}" type="presParOf" srcId="{1D2AEEDA-97B0-4281-8EC0-388F27145415}" destId="{EC20D530-92E4-4DE4-9B0F-0286AB5B92D1}" srcOrd="5" destOrd="0" presId="urn:microsoft.com/office/officeart/2005/8/layout/vList2"/>
    <dgm:cxn modelId="{437C576A-464C-4B88-9E8D-F5FB11E04512}" type="presParOf" srcId="{1D2AEEDA-97B0-4281-8EC0-388F27145415}" destId="{9387960E-7240-4029-8356-C61F3CD31327}" srcOrd="6" destOrd="0" presId="urn:microsoft.com/office/officeart/2005/8/layout/vList2"/>
    <dgm:cxn modelId="{169994C2-3973-4059-9166-C02EF2A06B3E}" type="presParOf" srcId="{1D2AEEDA-97B0-4281-8EC0-388F27145415}" destId="{27464D48-E32D-41BB-BE46-FAE822E56D04}" srcOrd="7" destOrd="0" presId="urn:microsoft.com/office/officeart/2005/8/layout/vList2"/>
    <dgm:cxn modelId="{29464480-A547-41E0-95B6-08E22F28E821}" type="presParOf" srcId="{1D2AEEDA-97B0-4281-8EC0-388F27145415}" destId="{3A128452-45EA-44F1-8540-FC4860570AC4}"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8FF81B-BB19-42C1-BDBD-C5A370FAD356}" type="doc">
      <dgm:prSet loTypeId="urn:microsoft.com/office/officeart/2016/7/layout/BasicLinearProcessNumbered" loCatId="process" qsTypeId="urn:microsoft.com/office/officeart/2005/8/quickstyle/simple1" qsCatId="simple" csTypeId="urn:microsoft.com/office/officeart/2005/8/colors/colorful2" csCatId="colorful"/>
      <dgm:spPr/>
      <dgm:t>
        <a:bodyPr/>
        <a:lstStyle/>
        <a:p>
          <a:endParaRPr lang="en-US"/>
        </a:p>
      </dgm:t>
    </dgm:pt>
    <dgm:pt modelId="{B0DCF20D-21F9-4EEF-BDBE-CFAD5775AE3B}">
      <dgm:prSet/>
      <dgm:spPr/>
      <dgm:t>
        <a:bodyPr/>
        <a:lstStyle/>
        <a:p>
          <a:r>
            <a:rPr lang="en-US"/>
            <a:t>Verify the key is copied in full — no truncation.</a:t>
          </a:r>
        </a:p>
      </dgm:t>
    </dgm:pt>
    <dgm:pt modelId="{98110A4F-3C1F-4635-94ED-B4D5F9943810}" type="parTrans" cxnId="{65CC4358-C18B-42FF-81AF-F75A88034583}">
      <dgm:prSet/>
      <dgm:spPr/>
      <dgm:t>
        <a:bodyPr/>
        <a:lstStyle/>
        <a:p>
          <a:endParaRPr lang="en-US"/>
        </a:p>
      </dgm:t>
    </dgm:pt>
    <dgm:pt modelId="{B656F2B2-A033-4296-B799-0E140D1E6D36}" type="sibTrans" cxnId="{65CC4358-C18B-42FF-81AF-F75A88034583}">
      <dgm:prSet phldrT="1" phldr="0"/>
      <dgm:spPr/>
      <dgm:t>
        <a:bodyPr/>
        <a:lstStyle/>
        <a:p>
          <a:r>
            <a:rPr lang="en-US"/>
            <a:t>1</a:t>
          </a:r>
        </a:p>
      </dgm:t>
    </dgm:pt>
    <dgm:pt modelId="{BCCC5BF3-1E7D-4047-B5DA-03C82B6C5E28}">
      <dgm:prSet/>
      <dgm:spPr/>
      <dgm:t>
        <a:bodyPr/>
        <a:lstStyle/>
        <a:p>
          <a:r>
            <a:rPr lang="en-US"/>
            <a:t>Confirm the key is active in the provider's dashboard.</a:t>
          </a:r>
        </a:p>
      </dgm:t>
    </dgm:pt>
    <dgm:pt modelId="{CC83E80F-13DD-4898-958C-5D25CC66360B}" type="parTrans" cxnId="{CECAC2BE-597C-4488-8D18-F7E141AD242B}">
      <dgm:prSet/>
      <dgm:spPr/>
      <dgm:t>
        <a:bodyPr/>
        <a:lstStyle/>
        <a:p>
          <a:endParaRPr lang="en-US"/>
        </a:p>
      </dgm:t>
    </dgm:pt>
    <dgm:pt modelId="{8E666820-6746-40ED-BBFA-9E47D06D08AF}" type="sibTrans" cxnId="{CECAC2BE-597C-4488-8D18-F7E141AD242B}">
      <dgm:prSet phldrT="2" phldr="0"/>
      <dgm:spPr/>
      <dgm:t>
        <a:bodyPr/>
        <a:lstStyle/>
        <a:p>
          <a:r>
            <a:rPr lang="en-US"/>
            <a:t>2</a:t>
          </a:r>
        </a:p>
      </dgm:t>
    </dgm:pt>
    <dgm:pt modelId="{D53331EC-6ED3-4F27-8576-CDA95201A909}">
      <dgm:prSet/>
      <dgm:spPr/>
      <dgm:t>
        <a:bodyPr/>
        <a:lstStyle/>
        <a:p>
          <a:r>
            <a:rPr lang="en-US"/>
            <a:t>Ensure the key is in the correct provider's field.</a:t>
          </a:r>
        </a:p>
      </dgm:t>
    </dgm:pt>
    <dgm:pt modelId="{27E49A8A-6760-4C5E-B2B9-967E35C448AB}" type="parTrans" cxnId="{21A77857-D1E7-4FF6-80A5-E12FBF2D0C19}">
      <dgm:prSet/>
      <dgm:spPr/>
      <dgm:t>
        <a:bodyPr/>
        <a:lstStyle/>
        <a:p>
          <a:endParaRPr lang="en-US"/>
        </a:p>
      </dgm:t>
    </dgm:pt>
    <dgm:pt modelId="{C3412DF2-C15B-481C-B2ED-ED6300843FFE}" type="sibTrans" cxnId="{21A77857-D1E7-4FF6-80A5-E12FBF2D0C19}">
      <dgm:prSet phldrT="3" phldr="0"/>
      <dgm:spPr/>
      <dgm:t>
        <a:bodyPr/>
        <a:lstStyle/>
        <a:p>
          <a:r>
            <a:rPr lang="en-US"/>
            <a:t>3</a:t>
          </a:r>
        </a:p>
      </dgm:t>
    </dgm:pt>
    <dgm:pt modelId="{56ECFC9D-E7BF-4D53-935B-F82DAEC05DD3}">
      <dgm:prSet/>
      <dgm:spPr/>
      <dgm:t>
        <a:bodyPr/>
        <a:lstStyle/>
        <a:p>
          <a:r>
            <a:rPr lang="en-US"/>
            <a:t>Check for accidental spaces before or after the key.</a:t>
          </a:r>
        </a:p>
      </dgm:t>
    </dgm:pt>
    <dgm:pt modelId="{63D7C96C-7229-4D82-A167-3B0C5110D807}" type="parTrans" cxnId="{BDC6E61F-5A8D-4C44-B5DA-1580A63E408F}">
      <dgm:prSet/>
      <dgm:spPr/>
      <dgm:t>
        <a:bodyPr/>
        <a:lstStyle/>
        <a:p>
          <a:endParaRPr lang="en-US"/>
        </a:p>
      </dgm:t>
    </dgm:pt>
    <dgm:pt modelId="{4824C508-7C9B-44D0-81BA-5B88BC1BC32E}" type="sibTrans" cxnId="{BDC6E61F-5A8D-4C44-B5DA-1580A63E408F}">
      <dgm:prSet phldrT="4" phldr="0"/>
      <dgm:spPr/>
      <dgm:t>
        <a:bodyPr/>
        <a:lstStyle/>
        <a:p>
          <a:r>
            <a:rPr lang="en-US"/>
            <a:t>4</a:t>
          </a:r>
        </a:p>
      </dgm:t>
    </dgm:pt>
    <dgm:pt modelId="{80BBB294-449D-4FAD-9E81-4E33D9BCF0C0}">
      <dgm:prSet/>
      <dgm:spPr/>
      <dgm:t>
        <a:bodyPr/>
        <a:lstStyle/>
        <a:p>
          <a:r>
            <a:rPr lang="en-US"/>
            <a:t>Generate a new key if the original has been revoked.</a:t>
          </a:r>
        </a:p>
      </dgm:t>
    </dgm:pt>
    <dgm:pt modelId="{42D169D1-722C-4352-87D4-F7BB602E84CF}" type="parTrans" cxnId="{87B851A2-F80A-48B5-BFC5-2015E9CD31CE}">
      <dgm:prSet/>
      <dgm:spPr/>
      <dgm:t>
        <a:bodyPr/>
        <a:lstStyle/>
        <a:p>
          <a:endParaRPr lang="en-US"/>
        </a:p>
      </dgm:t>
    </dgm:pt>
    <dgm:pt modelId="{95896375-8073-44F7-8B2C-3E8C336C43A0}" type="sibTrans" cxnId="{87B851A2-F80A-48B5-BFC5-2015E9CD31CE}">
      <dgm:prSet phldrT="5" phldr="0"/>
      <dgm:spPr/>
      <dgm:t>
        <a:bodyPr/>
        <a:lstStyle/>
        <a:p>
          <a:r>
            <a:rPr lang="en-US"/>
            <a:t>5</a:t>
          </a:r>
        </a:p>
      </dgm:t>
    </dgm:pt>
    <dgm:pt modelId="{35B14684-D72A-47E3-84A0-D6A0920E6D21}" type="pres">
      <dgm:prSet presAssocID="{128FF81B-BB19-42C1-BDBD-C5A370FAD356}" presName="Name0" presStyleCnt="0">
        <dgm:presLayoutVars>
          <dgm:animLvl val="lvl"/>
          <dgm:resizeHandles val="exact"/>
        </dgm:presLayoutVars>
      </dgm:prSet>
      <dgm:spPr/>
    </dgm:pt>
    <dgm:pt modelId="{576215E2-D83C-4436-A528-2B4070C6D936}" type="pres">
      <dgm:prSet presAssocID="{B0DCF20D-21F9-4EEF-BDBE-CFAD5775AE3B}" presName="compositeNode" presStyleCnt="0">
        <dgm:presLayoutVars>
          <dgm:bulletEnabled val="1"/>
        </dgm:presLayoutVars>
      </dgm:prSet>
      <dgm:spPr/>
    </dgm:pt>
    <dgm:pt modelId="{ED050A9D-5427-4CDE-BC27-EE8D6034B9BD}" type="pres">
      <dgm:prSet presAssocID="{B0DCF20D-21F9-4EEF-BDBE-CFAD5775AE3B}" presName="bgRect" presStyleLbl="bgAccFollowNode1" presStyleIdx="0" presStyleCnt="5"/>
      <dgm:spPr/>
    </dgm:pt>
    <dgm:pt modelId="{394926E1-0FDF-4232-8C09-512C0BAD7CEC}" type="pres">
      <dgm:prSet presAssocID="{B656F2B2-A033-4296-B799-0E140D1E6D36}" presName="sibTransNodeCircle" presStyleLbl="alignNode1" presStyleIdx="0" presStyleCnt="10">
        <dgm:presLayoutVars>
          <dgm:chMax val="0"/>
          <dgm:bulletEnabled/>
        </dgm:presLayoutVars>
      </dgm:prSet>
      <dgm:spPr/>
    </dgm:pt>
    <dgm:pt modelId="{093D29BC-FE1B-4296-B66A-32A15983268F}" type="pres">
      <dgm:prSet presAssocID="{B0DCF20D-21F9-4EEF-BDBE-CFAD5775AE3B}" presName="bottomLine" presStyleLbl="alignNode1" presStyleIdx="1" presStyleCnt="10">
        <dgm:presLayoutVars/>
      </dgm:prSet>
      <dgm:spPr/>
    </dgm:pt>
    <dgm:pt modelId="{30D58F03-8749-408E-A64A-F4C2E7B4CB11}" type="pres">
      <dgm:prSet presAssocID="{B0DCF20D-21F9-4EEF-BDBE-CFAD5775AE3B}" presName="nodeText" presStyleLbl="bgAccFollowNode1" presStyleIdx="0" presStyleCnt="5">
        <dgm:presLayoutVars>
          <dgm:bulletEnabled val="1"/>
        </dgm:presLayoutVars>
      </dgm:prSet>
      <dgm:spPr/>
    </dgm:pt>
    <dgm:pt modelId="{9F5E5556-84E2-493E-8C0B-065489CBA7C6}" type="pres">
      <dgm:prSet presAssocID="{B656F2B2-A033-4296-B799-0E140D1E6D36}" presName="sibTrans" presStyleCnt="0"/>
      <dgm:spPr/>
    </dgm:pt>
    <dgm:pt modelId="{D5E134BA-0323-436E-8E51-C9C91712AFB1}" type="pres">
      <dgm:prSet presAssocID="{BCCC5BF3-1E7D-4047-B5DA-03C82B6C5E28}" presName="compositeNode" presStyleCnt="0">
        <dgm:presLayoutVars>
          <dgm:bulletEnabled val="1"/>
        </dgm:presLayoutVars>
      </dgm:prSet>
      <dgm:spPr/>
    </dgm:pt>
    <dgm:pt modelId="{6DCA1FDC-4F6D-4CB2-8AF1-2196D4B82E0D}" type="pres">
      <dgm:prSet presAssocID="{BCCC5BF3-1E7D-4047-B5DA-03C82B6C5E28}" presName="bgRect" presStyleLbl="bgAccFollowNode1" presStyleIdx="1" presStyleCnt="5"/>
      <dgm:spPr/>
    </dgm:pt>
    <dgm:pt modelId="{0C84C7C5-0A55-44C0-B188-BE6F5281C536}" type="pres">
      <dgm:prSet presAssocID="{8E666820-6746-40ED-BBFA-9E47D06D08AF}" presName="sibTransNodeCircle" presStyleLbl="alignNode1" presStyleIdx="2" presStyleCnt="10">
        <dgm:presLayoutVars>
          <dgm:chMax val="0"/>
          <dgm:bulletEnabled/>
        </dgm:presLayoutVars>
      </dgm:prSet>
      <dgm:spPr/>
    </dgm:pt>
    <dgm:pt modelId="{F43A0B31-A7CE-4DAE-AEA8-1DA5A47B40C6}" type="pres">
      <dgm:prSet presAssocID="{BCCC5BF3-1E7D-4047-B5DA-03C82B6C5E28}" presName="bottomLine" presStyleLbl="alignNode1" presStyleIdx="3" presStyleCnt="10">
        <dgm:presLayoutVars/>
      </dgm:prSet>
      <dgm:spPr/>
    </dgm:pt>
    <dgm:pt modelId="{C00CB1F0-9A58-4656-9DB8-CEC07518B779}" type="pres">
      <dgm:prSet presAssocID="{BCCC5BF3-1E7D-4047-B5DA-03C82B6C5E28}" presName="nodeText" presStyleLbl="bgAccFollowNode1" presStyleIdx="1" presStyleCnt="5">
        <dgm:presLayoutVars>
          <dgm:bulletEnabled val="1"/>
        </dgm:presLayoutVars>
      </dgm:prSet>
      <dgm:spPr/>
    </dgm:pt>
    <dgm:pt modelId="{2C2CBE46-5748-401C-BE6A-8B6DBEEEA135}" type="pres">
      <dgm:prSet presAssocID="{8E666820-6746-40ED-BBFA-9E47D06D08AF}" presName="sibTrans" presStyleCnt="0"/>
      <dgm:spPr/>
    </dgm:pt>
    <dgm:pt modelId="{DD3A199D-EB7D-4FE7-8A03-B71B5FEF1E8F}" type="pres">
      <dgm:prSet presAssocID="{D53331EC-6ED3-4F27-8576-CDA95201A909}" presName="compositeNode" presStyleCnt="0">
        <dgm:presLayoutVars>
          <dgm:bulletEnabled val="1"/>
        </dgm:presLayoutVars>
      </dgm:prSet>
      <dgm:spPr/>
    </dgm:pt>
    <dgm:pt modelId="{E0366FC7-C2E4-4555-B0A1-EDA69E52A276}" type="pres">
      <dgm:prSet presAssocID="{D53331EC-6ED3-4F27-8576-CDA95201A909}" presName="bgRect" presStyleLbl="bgAccFollowNode1" presStyleIdx="2" presStyleCnt="5"/>
      <dgm:spPr/>
    </dgm:pt>
    <dgm:pt modelId="{E301FFDC-6FE6-4099-8750-C7AAFB6C6C96}" type="pres">
      <dgm:prSet presAssocID="{C3412DF2-C15B-481C-B2ED-ED6300843FFE}" presName="sibTransNodeCircle" presStyleLbl="alignNode1" presStyleIdx="4" presStyleCnt="10">
        <dgm:presLayoutVars>
          <dgm:chMax val="0"/>
          <dgm:bulletEnabled/>
        </dgm:presLayoutVars>
      </dgm:prSet>
      <dgm:spPr/>
    </dgm:pt>
    <dgm:pt modelId="{6228F2CB-8D83-4D90-8CC3-5CFA772B51E1}" type="pres">
      <dgm:prSet presAssocID="{D53331EC-6ED3-4F27-8576-CDA95201A909}" presName="bottomLine" presStyleLbl="alignNode1" presStyleIdx="5" presStyleCnt="10">
        <dgm:presLayoutVars/>
      </dgm:prSet>
      <dgm:spPr/>
    </dgm:pt>
    <dgm:pt modelId="{9B185CAC-E774-41D1-AA69-D165B31C16CB}" type="pres">
      <dgm:prSet presAssocID="{D53331EC-6ED3-4F27-8576-CDA95201A909}" presName="nodeText" presStyleLbl="bgAccFollowNode1" presStyleIdx="2" presStyleCnt="5">
        <dgm:presLayoutVars>
          <dgm:bulletEnabled val="1"/>
        </dgm:presLayoutVars>
      </dgm:prSet>
      <dgm:spPr/>
    </dgm:pt>
    <dgm:pt modelId="{20592618-A7CE-4983-99AE-0F1D3F2C2C83}" type="pres">
      <dgm:prSet presAssocID="{C3412DF2-C15B-481C-B2ED-ED6300843FFE}" presName="sibTrans" presStyleCnt="0"/>
      <dgm:spPr/>
    </dgm:pt>
    <dgm:pt modelId="{F209BB8D-9BDB-452D-AFC8-64C529700029}" type="pres">
      <dgm:prSet presAssocID="{56ECFC9D-E7BF-4D53-935B-F82DAEC05DD3}" presName="compositeNode" presStyleCnt="0">
        <dgm:presLayoutVars>
          <dgm:bulletEnabled val="1"/>
        </dgm:presLayoutVars>
      </dgm:prSet>
      <dgm:spPr/>
    </dgm:pt>
    <dgm:pt modelId="{CC621B0C-05AC-4507-B355-36AD6CD6ED42}" type="pres">
      <dgm:prSet presAssocID="{56ECFC9D-E7BF-4D53-935B-F82DAEC05DD3}" presName="bgRect" presStyleLbl="bgAccFollowNode1" presStyleIdx="3" presStyleCnt="5"/>
      <dgm:spPr/>
    </dgm:pt>
    <dgm:pt modelId="{2F56B45A-E78E-4DCB-9D60-EFA0E91CEAD5}" type="pres">
      <dgm:prSet presAssocID="{4824C508-7C9B-44D0-81BA-5B88BC1BC32E}" presName="sibTransNodeCircle" presStyleLbl="alignNode1" presStyleIdx="6" presStyleCnt="10">
        <dgm:presLayoutVars>
          <dgm:chMax val="0"/>
          <dgm:bulletEnabled/>
        </dgm:presLayoutVars>
      </dgm:prSet>
      <dgm:spPr/>
    </dgm:pt>
    <dgm:pt modelId="{F449E9E7-6999-4304-A7B6-18EB915E07A0}" type="pres">
      <dgm:prSet presAssocID="{56ECFC9D-E7BF-4D53-935B-F82DAEC05DD3}" presName="bottomLine" presStyleLbl="alignNode1" presStyleIdx="7" presStyleCnt="10">
        <dgm:presLayoutVars/>
      </dgm:prSet>
      <dgm:spPr/>
    </dgm:pt>
    <dgm:pt modelId="{C313E4E7-E91A-44C6-92B9-C8083A8A8998}" type="pres">
      <dgm:prSet presAssocID="{56ECFC9D-E7BF-4D53-935B-F82DAEC05DD3}" presName="nodeText" presStyleLbl="bgAccFollowNode1" presStyleIdx="3" presStyleCnt="5">
        <dgm:presLayoutVars>
          <dgm:bulletEnabled val="1"/>
        </dgm:presLayoutVars>
      </dgm:prSet>
      <dgm:spPr/>
    </dgm:pt>
    <dgm:pt modelId="{C5658BFF-D0E8-44F4-8A54-106DA37DFCEB}" type="pres">
      <dgm:prSet presAssocID="{4824C508-7C9B-44D0-81BA-5B88BC1BC32E}" presName="sibTrans" presStyleCnt="0"/>
      <dgm:spPr/>
    </dgm:pt>
    <dgm:pt modelId="{A8E205A4-988D-48FF-A1F5-6F08CF03E251}" type="pres">
      <dgm:prSet presAssocID="{80BBB294-449D-4FAD-9E81-4E33D9BCF0C0}" presName="compositeNode" presStyleCnt="0">
        <dgm:presLayoutVars>
          <dgm:bulletEnabled val="1"/>
        </dgm:presLayoutVars>
      </dgm:prSet>
      <dgm:spPr/>
    </dgm:pt>
    <dgm:pt modelId="{C88EE5F2-2201-436C-A441-B87A955768A2}" type="pres">
      <dgm:prSet presAssocID="{80BBB294-449D-4FAD-9E81-4E33D9BCF0C0}" presName="bgRect" presStyleLbl="bgAccFollowNode1" presStyleIdx="4" presStyleCnt="5"/>
      <dgm:spPr/>
    </dgm:pt>
    <dgm:pt modelId="{8E34FCC8-13B2-4292-8B61-E7D4DCF40928}" type="pres">
      <dgm:prSet presAssocID="{95896375-8073-44F7-8B2C-3E8C336C43A0}" presName="sibTransNodeCircle" presStyleLbl="alignNode1" presStyleIdx="8" presStyleCnt="10">
        <dgm:presLayoutVars>
          <dgm:chMax val="0"/>
          <dgm:bulletEnabled/>
        </dgm:presLayoutVars>
      </dgm:prSet>
      <dgm:spPr/>
    </dgm:pt>
    <dgm:pt modelId="{831CEB9D-DA9A-4F8A-BCEE-27DD06FE9540}" type="pres">
      <dgm:prSet presAssocID="{80BBB294-449D-4FAD-9E81-4E33D9BCF0C0}" presName="bottomLine" presStyleLbl="alignNode1" presStyleIdx="9" presStyleCnt="10">
        <dgm:presLayoutVars/>
      </dgm:prSet>
      <dgm:spPr/>
    </dgm:pt>
    <dgm:pt modelId="{3B172ECA-A1D5-4900-832E-0AC91347A7DF}" type="pres">
      <dgm:prSet presAssocID="{80BBB294-449D-4FAD-9E81-4E33D9BCF0C0}" presName="nodeText" presStyleLbl="bgAccFollowNode1" presStyleIdx="4" presStyleCnt="5">
        <dgm:presLayoutVars>
          <dgm:bulletEnabled val="1"/>
        </dgm:presLayoutVars>
      </dgm:prSet>
      <dgm:spPr/>
    </dgm:pt>
  </dgm:ptLst>
  <dgm:cxnLst>
    <dgm:cxn modelId="{13BFFD14-6EBA-4BA2-A666-54C5201C3E83}" type="presOf" srcId="{8E666820-6746-40ED-BBFA-9E47D06D08AF}" destId="{0C84C7C5-0A55-44C0-B188-BE6F5281C536}" srcOrd="0" destOrd="0" presId="urn:microsoft.com/office/officeart/2016/7/layout/BasicLinearProcessNumbered"/>
    <dgm:cxn modelId="{AAB9B51A-417A-4AB8-99BE-EDC660532949}" type="presOf" srcId="{80BBB294-449D-4FAD-9E81-4E33D9BCF0C0}" destId="{3B172ECA-A1D5-4900-832E-0AC91347A7DF}" srcOrd="1" destOrd="0" presId="urn:microsoft.com/office/officeart/2016/7/layout/BasicLinearProcessNumbered"/>
    <dgm:cxn modelId="{BDC6E61F-5A8D-4C44-B5DA-1580A63E408F}" srcId="{128FF81B-BB19-42C1-BDBD-C5A370FAD356}" destId="{56ECFC9D-E7BF-4D53-935B-F82DAEC05DD3}" srcOrd="3" destOrd="0" parTransId="{63D7C96C-7229-4D82-A167-3B0C5110D807}" sibTransId="{4824C508-7C9B-44D0-81BA-5B88BC1BC32E}"/>
    <dgm:cxn modelId="{C7BAD024-A060-439F-B1EF-CEFDFE9241CF}" type="presOf" srcId="{B0DCF20D-21F9-4EEF-BDBE-CFAD5775AE3B}" destId="{ED050A9D-5427-4CDE-BC27-EE8D6034B9BD}" srcOrd="0" destOrd="0" presId="urn:microsoft.com/office/officeart/2016/7/layout/BasicLinearProcessNumbered"/>
    <dgm:cxn modelId="{ACA2FD40-8A0D-4271-B7A1-8571DF51E1AC}" type="presOf" srcId="{C3412DF2-C15B-481C-B2ED-ED6300843FFE}" destId="{E301FFDC-6FE6-4099-8750-C7AAFB6C6C96}" srcOrd="0" destOrd="0" presId="urn:microsoft.com/office/officeart/2016/7/layout/BasicLinearProcessNumbered"/>
    <dgm:cxn modelId="{21191744-9363-4888-9EC1-133C7E450B9E}" type="presOf" srcId="{BCCC5BF3-1E7D-4047-B5DA-03C82B6C5E28}" destId="{C00CB1F0-9A58-4656-9DB8-CEC07518B779}" srcOrd="1" destOrd="0" presId="urn:microsoft.com/office/officeart/2016/7/layout/BasicLinearProcessNumbered"/>
    <dgm:cxn modelId="{D684546B-ACB6-412A-919F-27E2C8A792D0}" type="presOf" srcId="{56ECFC9D-E7BF-4D53-935B-F82DAEC05DD3}" destId="{C313E4E7-E91A-44C6-92B9-C8083A8A8998}" srcOrd="1" destOrd="0" presId="urn:microsoft.com/office/officeart/2016/7/layout/BasicLinearProcessNumbered"/>
    <dgm:cxn modelId="{02109451-433B-4CFE-B0E1-29F48A3DA842}" type="presOf" srcId="{95896375-8073-44F7-8B2C-3E8C336C43A0}" destId="{8E34FCC8-13B2-4292-8B61-E7D4DCF40928}" srcOrd="0" destOrd="0" presId="urn:microsoft.com/office/officeart/2016/7/layout/BasicLinearProcessNumbered"/>
    <dgm:cxn modelId="{21A77857-D1E7-4FF6-80A5-E12FBF2D0C19}" srcId="{128FF81B-BB19-42C1-BDBD-C5A370FAD356}" destId="{D53331EC-6ED3-4F27-8576-CDA95201A909}" srcOrd="2" destOrd="0" parTransId="{27E49A8A-6760-4C5E-B2B9-967E35C448AB}" sibTransId="{C3412DF2-C15B-481C-B2ED-ED6300843FFE}"/>
    <dgm:cxn modelId="{65CC4358-C18B-42FF-81AF-F75A88034583}" srcId="{128FF81B-BB19-42C1-BDBD-C5A370FAD356}" destId="{B0DCF20D-21F9-4EEF-BDBE-CFAD5775AE3B}" srcOrd="0" destOrd="0" parTransId="{98110A4F-3C1F-4635-94ED-B4D5F9943810}" sibTransId="{B656F2B2-A033-4296-B799-0E140D1E6D36}"/>
    <dgm:cxn modelId="{D1505759-5A7E-434E-873F-ABC15473E881}" type="presOf" srcId="{BCCC5BF3-1E7D-4047-B5DA-03C82B6C5E28}" destId="{6DCA1FDC-4F6D-4CB2-8AF1-2196D4B82E0D}" srcOrd="0" destOrd="0" presId="urn:microsoft.com/office/officeart/2016/7/layout/BasicLinearProcessNumbered"/>
    <dgm:cxn modelId="{A0ABAD93-F391-4B24-AB5B-70144750BFE0}" type="presOf" srcId="{D53331EC-6ED3-4F27-8576-CDA95201A909}" destId="{9B185CAC-E774-41D1-AA69-D165B31C16CB}" srcOrd="1" destOrd="0" presId="urn:microsoft.com/office/officeart/2016/7/layout/BasicLinearProcessNumbered"/>
    <dgm:cxn modelId="{CE645594-8A76-402C-B27A-C920958D683F}" type="presOf" srcId="{80BBB294-449D-4FAD-9E81-4E33D9BCF0C0}" destId="{C88EE5F2-2201-436C-A441-B87A955768A2}" srcOrd="0" destOrd="0" presId="urn:microsoft.com/office/officeart/2016/7/layout/BasicLinearProcessNumbered"/>
    <dgm:cxn modelId="{87B851A2-F80A-48B5-BFC5-2015E9CD31CE}" srcId="{128FF81B-BB19-42C1-BDBD-C5A370FAD356}" destId="{80BBB294-449D-4FAD-9E81-4E33D9BCF0C0}" srcOrd="4" destOrd="0" parTransId="{42D169D1-722C-4352-87D4-F7BB602E84CF}" sibTransId="{95896375-8073-44F7-8B2C-3E8C336C43A0}"/>
    <dgm:cxn modelId="{849E46BB-457A-4A75-A0BF-FECC42CA757A}" type="presOf" srcId="{56ECFC9D-E7BF-4D53-935B-F82DAEC05DD3}" destId="{CC621B0C-05AC-4507-B355-36AD6CD6ED42}" srcOrd="0" destOrd="0" presId="urn:microsoft.com/office/officeart/2016/7/layout/BasicLinearProcessNumbered"/>
    <dgm:cxn modelId="{CECAC2BE-597C-4488-8D18-F7E141AD242B}" srcId="{128FF81B-BB19-42C1-BDBD-C5A370FAD356}" destId="{BCCC5BF3-1E7D-4047-B5DA-03C82B6C5E28}" srcOrd="1" destOrd="0" parTransId="{CC83E80F-13DD-4898-958C-5D25CC66360B}" sibTransId="{8E666820-6746-40ED-BBFA-9E47D06D08AF}"/>
    <dgm:cxn modelId="{84DAA5CB-354A-456D-8F1C-0A70BEC555FF}" type="presOf" srcId="{D53331EC-6ED3-4F27-8576-CDA95201A909}" destId="{E0366FC7-C2E4-4555-B0A1-EDA69E52A276}" srcOrd="0" destOrd="0" presId="urn:microsoft.com/office/officeart/2016/7/layout/BasicLinearProcessNumbered"/>
    <dgm:cxn modelId="{DB6588D2-6DB7-4DFD-AC8F-DEAD902394B6}" type="presOf" srcId="{B656F2B2-A033-4296-B799-0E140D1E6D36}" destId="{394926E1-0FDF-4232-8C09-512C0BAD7CEC}" srcOrd="0" destOrd="0" presId="urn:microsoft.com/office/officeart/2016/7/layout/BasicLinearProcessNumbered"/>
    <dgm:cxn modelId="{B6DC92D4-0A1F-434F-A272-0CC19CCA723C}" type="presOf" srcId="{128FF81B-BB19-42C1-BDBD-C5A370FAD356}" destId="{35B14684-D72A-47E3-84A0-D6A0920E6D21}" srcOrd="0" destOrd="0" presId="urn:microsoft.com/office/officeart/2016/7/layout/BasicLinearProcessNumbered"/>
    <dgm:cxn modelId="{46638CD8-BFE2-4880-BB36-2CA85B354F52}" type="presOf" srcId="{B0DCF20D-21F9-4EEF-BDBE-CFAD5775AE3B}" destId="{30D58F03-8749-408E-A64A-F4C2E7B4CB11}" srcOrd="1" destOrd="0" presId="urn:microsoft.com/office/officeart/2016/7/layout/BasicLinearProcessNumbered"/>
    <dgm:cxn modelId="{D254CFF4-EF03-47F4-9C17-ADE005B2BD21}" type="presOf" srcId="{4824C508-7C9B-44D0-81BA-5B88BC1BC32E}" destId="{2F56B45A-E78E-4DCB-9D60-EFA0E91CEAD5}" srcOrd="0" destOrd="0" presId="urn:microsoft.com/office/officeart/2016/7/layout/BasicLinearProcessNumbered"/>
    <dgm:cxn modelId="{63DB9E0A-8FD0-46AD-BEED-84D109C832EC}" type="presParOf" srcId="{35B14684-D72A-47E3-84A0-D6A0920E6D21}" destId="{576215E2-D83C-4436-A528-2B4070C6D936}" srcOrd="0" destOrd="0" presId="urn:microsoft.com/office/officeart/2016/7/layout/BasicLinearProcessNumbered"/>
    <dgm:cxn modelId="{232A1B41-5EE0-4EFC-B876-E4173E7C9BCC}" type="presParOf" srcId="{576215E2-D83C-4436-A528-2B4070C6D936}" destId="{ED050A9D-5427-4CDE-BC27-EE8D6034B9BD}" srcOrd="0" destOrd="0" presId="urn:microsoft.com/office/officeart/2016/7/layout/BasicLinearProcessNumbered"/>
    <dgm:cxn modelId="{E1D34068-2D53-4D06-8163-946E6E9ABCDA}" type="presParOf" srcId="{576215E2-D83C-4436-A528-2B4070C6D936}" destId="{394926E1-0FDF-4232-8C09-512C0BAD7CEC}" srcOrd="1" destOrd="0" presId="urn:microsoft.com/office/officeart/2016/7/layout/BasicLinearProcessNumbered"/>
    <dgm:cxn modelId="{017D9166-354C-4E6C-9D30-13CCFB313C4B}" type="presParOf" srcId="{576215E2-D83C-4436-A528-2B4070C6D936}" destId="{093D29BC-FE1B-4296-B66A-32A15983268F}" srcOrd="2" destOrd="0" presId="urn:microsoft.com/office/officeart/2016/7/layout/BasicLinearProcessNumbered"/>
    <dgm:cxn modelId="{DEC037D3-1759-4D95-8653-099250BD5DF9}" type="presParOf" srcId="{576215E2-D83C-4436-A528-2B4070C6D936}" destId="{30D58F03-8749-408E-A64A-F4C2E7B4CB11}" srcOrd="3" destOrd="0" presId="urn:microsoft.com/office/officeart/2016/7/layout/BasicLinearProcessNumbered"/>
    <dgm:cxn modelId="{E045C92B-62D2-4114-B656-B14E05A2F2D3}" type="presParOf" srcId="{35B14684-D72A-47E3-84A0-D6A0920E6D21}" destId="{9F5E5556-84E2-493E-8C0B-065489CBA7C6}" srcOrd="1" destOrd="0" presId="urn:microsoft.com/office/officeart/2016/7/layout/BasicLinearProcessNumbered"/>
    <dgm:cxn modelId="{DB9A979D-5956-44DB-A8E3-09BD7E9AECE9}" type="presParOf" srcId="{35B14684-D72A-47E3-84A0-D6A0920E6D21}" destId="{D5E134BA-0323-436E-8E51-C9C91712AFB1}" srcOrd="2" destOrd="0" presId="urn:microsoft.com/office/officeart/2016/7/layout/BasicLinearProcessNumbered"/>
    <dgm:cxn modelId="{093CE3B8-DC14-4D0C-9A42-1B8FB8760A7E}" type="presParOf" srcId="{D5E134BA-0323-436E-8E51-C9C91712AFB1}" destId="{6DCA1FDC-4F6D-4CB2-8AF1-2196D4B82E0D}" srcOrd="0" destOrd="0" presId="urn:microsoft.com/office/officeart/2016/7/layout/BasicLinearProcessNumbered"/>
    <dgm:cxn modelId="{02B7292A-580B-4032-89ED-A5F713B0BFFC}" type="presParOf" srcId="{D5E134BA-0323-436E-8E51-C9C91712AFB1}" destId="{0C84C7C5-0A55-44C0-B188-BE6F5281C536}" srcOrd="1" destOrd="0" presId="urn:microsoft.com/office/officeart/2016/7/layout/BasicLinearProcessNumbered"/>
    <dgm:cxn modelId="{76121E0B-334B-462C-813C-CFC47B76B25B}" type="presParOf" srcId="{D5E134BA-0323-436E-8E51-C9C91712AFB1}" destId="{F43A0B31-A7CE-4DAE-AEA8-1DA5A47B40C6}" srcOrd="2" destOrd="0" presId="urn:microsoft.com/office/officeart/2016/7/layout/BasicLinearProcessNumbered"/>
    <dgm:cxn modelId="{2B6565C1-4E26-48EB-97EB-50A7E522B99B}" type="presParOf" srcId="{D5E134BA-0323-436E-8E51-C9C91712AFB1}" destId="{C00CB1F0-9A58-4656-9DB8-CEC07518B779}" srcOrd="3" destOrd="0" presId="urn:microsoft.com/office/officeart/2016/7/layout/BasicLinearProcessNumbered"/>
    <dgm:cxn modelId="{FCCED68E-9B63-436C-87B2-7F8C0882804A}" type="presParOf" srcId="{35B14684-D72A-47E3-84A0-D6A0920E6D21}" destId="{2C2CBE46-5748-401C-BE6A-8B6DBEEEA135}" srcOrd="3" destOrd="0" presId="urn:microsoft.com/office/officeart/2016/7/layout/BasicLinearProcessNumbered"/>
    <dgm:cxn modelId="{18CF97F3-99B7-460A-9EBA-A1B7C8360719}" type="presParOf" srcId="{35B14684-D72A-47E3-84A0-D6A0920E6D21}" destId="{DD3A199D-EB7D-4FE7-8A03-B71B5FEF1E8F}" srcOrd="4" destOrd="0" presId="urn:microsoft.com/office/officeart/2016/7/layout/BasicLinearProcessNumbered"/>
    <dgm:cxn modelId="{7582B715-C1AB-4A8F-93C2-B819E7B09A3B}" type="presParOf" srcId="{DD3A199D-EB7D-4FE7-8A03-B71B5FEF1E8F}" destId="{E0366FC7-C2E4-4555-B0A1-EDA69E52A276}" srcOrd="0" destOrd="0" presId="urn:microsoft.com/office/officeart/2016/7/layout/BasicLinearProcessNumbered"/>
    <dgm:cxn modelId="{6D289A67-6CE0-4B0B-BDE8-EBE6E059F87A}" type="presParOf" srcId="{DD3A199D-EB7D-4FE7-8A03-B71B5FEF1E8F}" destId="{E301FFDC-6FE6-4099-8750-C7AAFB6C6C96}" srcOrd="1" destOrd="0" presId="urn:microsoft.com/office/officeart/2016/7/layout/BasicLinearProcessNumbered"/>
    <dgm:cxn modelId="{D70ECE85-AAC4-4FE0-93BF-6BB6B78BA126}" type="presParOf" srcId="{DD3A199D-EB7D-4FE7-8A03-B71B5FEF1E8F}" destId="{6228F2CB-8D83-4D90-8CC3-5CFA772B51E1}" srcOrd="2" destOrd="0" presId="urn:microsoft.com/office/officeart/2016/7/layout/BasicLinearProcessNumbered"/>
    <dgm:cxn modelId="{F69A317F-2BD5-47AB-B8D9-A4822F26A74C}" type="presParOf" srcId="{DD3A199D-EB7D-4FE7-8A03-B71B5FEF1E8F}" destId="{9B185CAC-E774-41D1-AA69-D165B31C16CB}" srcOrd="3" destOrd="0" presId="urn:microsoft.com/office/officeart/2016/7/layout/BasicLinearProcessNumbered"/>
    <dgm:cxn modelId="{B9D352A6-5149-4115-BF84-3F6919E37D19}" type="presParOf" srcId="{35B14684-D72A-47E3-84A0-D6A0920E6D21}" destId="{20592618-A7CE-4983-99AE-0F1D3F2C2C83}" srcOrd="5" destOrd="0" presId="urn:microsoft.com/office/officeart/2016/7/layout/BasicLinearProcessNumbered"/>
    <dgm:cxn modelId="{670CF386-91CE-45D3-840C-126E4BF238A8}" type="presParOf" srcId="{35B14684-D72A-47E3-84A0-D6A0920E6D21}" destId="{F209BB8D-9BDB-452D-AFC8-64C529700029}" srcOrd="6" destOrd="0" presId="urn:microsoft.com/office/officeart/2016/7/layout/BasicLinearProcessNumbered"/>
    <dgm:cxn modelId="{887C60CE-7106-448B-8D09-38D3E5E78622}" type="presParOf" srcId="{F209BB8D-9BDB-452D-AFC8-64C529700029}" destId="{CC621B0C-05AC-4507-B355-36AD6CD6ED42}" srcOrd="0" destOrd="0" presId="urn:microsoft.com/office/officeart/2016/7/layout/BasicLinearProcessNumbered"/>
    <dgm:cxn modelId="{DAB5C5B0-4435-41BF-8ED3-7590408FCF79}" type="presParOf" srcId="{F209BB8D-9BDB-452D-AFC8-64C529700029}" destId="{2F56B45A-E78E-4DCB-9D60-EFA0E91CEAD5}" srcOrd="1" destOrd="0" presId="urn:microsoft.com/office/officeart/2016/7/layout/BasicLinearProcessNumbered"/>
    <dgm:cxn modelId="{C0321F09-30C9-4EE2-8B86-616087BCCDAF}" type="presParOf" srcId="{F209BB8D-9BDB-452D-AFC8-64C529700029}" destId="{F449E9E7-6999-4304-A7B6-18EB915E07A0}" srcOrd="2" destOrd="0" presId="urn:microsoft.com/office/officeart/2016/7/layout/BasicLinearProcessNumbered"/>
    <dgm:cxn modelId="{7E80B2A3-80B1-4022-871D-DD70076E2B7F}" type="presParOf" srcId="{F209BB8D-9BDB-452D-AFC8-64C529700029}" destId="{C313E4E7-E91A-44C6-92B9-C8083A8A8998}" srcOrd="3" destOrd="0" presId="urn:microsoft.com/office/officeart/2016/7/layout/BasicLinearProcessNumbered"/>
    <dgm:cxn modelId="{3F6B8C0B-7BA8-4D30-A076-18BF8F2B09F4}" type="presParOf" srcId="{35B14684-D72A-47E3-84A0-D6A0920E6D21}" destId="{C5658BFF-D0E8-44F4-8A54-106DA37DFCEB}" srcOrd="7" destOrd="0" presId="urn:microsoft.com/office/officeart/2016/7/layout/BasicLinearProcessNumbered"/>
    <dgm:cxn modelId="{D31D61BF-FEA7-4D54-85F4-592A4F83B982}" type="presParOf" srcId="{35B14684-D72A-47E3-84A0-D6A0920E6D21}" destId="{A8E205A4-988D-48FF-A1F5-6F08CF03E251}" srcOrd="8" destOrd="0" presId="urn:microsoft.com/office/officeart/2016/7/layout/BasicLinearProcessNumbered"/>
    <dgm:cxn modelId="{C41B9701-A3E4-4C88-B0F4-9309069A4919}" type="presParOf" srcId="{A8E205A4-988D-48FF-A1F5-6F08CF03E251}" destId="{C88EE5F2-2201-436C-A441-B87A955768A2}" srcOrd="0" destOrd="0" presId="urn:microsoft.com/office/officeart/2016/7/layout/BasicLinearProcessNumbered"/>
    <dgm:cxn modelId="{181F9582-BF62-4168-B0EE-6CABD2AC24D3}" type="presParOf" srcId="{A8E205A4-988D-48FF-A1F5-6F08CF03E251}" destId="{8E34FCC8-13B2-4292-8B61-E7D4DCF40928}" srcOrd="1" destOrd="0" presId="urn:microsoft.com/office/officeart/2016/7/layout/BasicLinearProcessNumbered"/>
    <dgm:cxn modelId="{BDB33BE7-B6C9-4C94-9414-33E9B28FEA01}" type="presParOf" srcId="{A8E205A4-988D-48FF-A1F5-6F08CF03E251}" destId="{831CEB9D-DA9A-4F8A-BCEE-27DD06FE9540}" srcOrd="2" destOrd="0" presId="urn:microsoft.com/office/officeart/2016/7/layout/BasicLinearProcessNumbered"/>
    <dgm:cxn modelId="{2068C31C-76B0-4A1B-8D71-C16F37DC2475}" type="presParOf" srcId="{A8E205A4-988D-48FF-A1F5-6F08CF03E251}" destId="{3B172ECA-A1D5-4900-832E-0AC91347A7DF}" srcOrd="3" destOrd="0" presId="urn:microsoft.com/office/officeart/2016/7/layout/BasicLinear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00977D-431E-4685-A202-A01F80F709AC}">
      <dsp:nvSpPr>
        <dsp:cNvPr id="0" name=""/>
        <dsp:cNvSpPr/>
      </dsp:nvSpPr>
      <dsp:spPr>
        <a:xfrm>
          <a:off x="0" y="103649"/>
          <a:ext cx="5811128" cy="1034280"/>
        </a:xfrm>
        <a:prstGeom prst="roundRect">
          <a:avLst/>
        </a:prstGeom>
        <a:solidFill>
          <a:schemeClr val="accent2">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PreseMaker uses AI to generate courses, quizzes, and activities.</a:t>
          </a:r>
        </a:p>
      </dsp:txBody>
      <dsp:txXfrm>
        <a:off x="50489" y="154138"/>
        <a:ext cx="5710150" cy="933302"/>
      </dsp:txXfrm>
    </dsp:sp>
    <dsp:sp modelId="{25B23B55-F273-4112-82C2-3B8A87737F88}">
      <dsp:nvSpPr>
        <dsp:cNvPr id="0" name=""/>
        <dsp:cNvSpPr/>
      </dsp:nvSpPr>
      <dsp:spPr>
        <a:xfrm>
          <a:off x="0" y="1212809"/>
          <a:ext cx="5811128" cy="1034280"/>
        </a:xfrm>
        <a:prstGeom prst="roundRect">
          <a:avLst/>
        </a:prstGeom>
        <a:solidFill>
          <a:schemeClr val="accent3">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AI capabilities come from external, third-party providers.</a:t>
          </a:r>
        </a:p>
      </dsp:txBody>
      <dsp:txXfrm>
        <a:off x="50489" y="1263298"/>
        <a:ext cx="5710150" cy="933302"/>
      </dsp:txXfrm>
    </dsp:sp>
    <dsp:sp modelId="{CF24E647-C0B0-44B6-8950-A098B54183A0}">
      <dsp:nvSpPr>
        <dsp:cNvPr id="0" name=""/>
        <dsp:cNvSpPr/>
      </dsp:nvSpPr>
      <dsp:spPr>
        <a:xfrm>
          <a:off x="0" y="2321969"/>
          <a:ext cx="5811128" cy="1034280"/>
        </a:xfrm>
        <a:prstGeom prst="roundRect">
          <a:avLst/>
        </a:prstGeom>
        <a:solidFill>
          <a:schemeClr val="accent4">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A direct internet connection to the provider is required.</a:t>
          </a:r>
        </a:p>
      </dsp:txBody>
      <dsp:txXfrm>
        <a:off x="50489" y="2372458"/>
        <a:ext cx="5710150" cy="933302"/>
      </dsp:txXfrm>
    </dsp:sp>
    <dsp:sp modelId="{9387960E-7240-4029-8356-C61F3CD31327}">
      <dsp:nvSpPr>
        <dsp:cNvPr id="0" name=""/>
        <dsp:cNvSpPr/>
      </dsp:nvSpPr>
      <dsp:spPr>
        <a:xfrm>
          <a:off x="0" y="3431129"/>
          <a:ext cx="5811128" cy="1034280"/>
        </a:xfrm>
        <a:prstGeom prst="roundRect">
          <a:avLst/>
        </a:prstGeom>
        <a:solidFill>
          <a:schemeClr val="accent5">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API keys authenticate every request sent to the provider.</a:t>
          </a:r>
        </a:p>
      </dsp:txBody>
      <dsp:txXfrm>
        <a:off x="50489" y="3481618"/>
        <a:ext cx="5710150" cy="933302"/>
      </dsp:txXfrm>
    </dsp:sp>
    <dsp:sp modelId="{3A128452-45EA-44F1-8540-FC4860570AC4}">
      <dsp:nvSpPr>
        <dsp:cNvPr id="0" name=""/>
        <dsp:cNvSpPr/>
      </dsp:nvSpPr>
      <dsp:spPr>
        <a:xfrm>
          <a:off x="0" y="4540289"/>
          <a:ext cx="5811128" cy="1034280"/>
        </a:xfrm>
        <a:prstGeom prst="roundRect">
          <a:avLst/>
        </a:prstGeom>
        <a:solidFill>
          <a:schemeClr val="accent6">
            <a:hueOff val="0"/>
            <a:satOff val="0"/>
            <a:lumOff val="0"/>
            <a:alphaOff val="0"/>
          </a:schemeClr>
        </a:solidFill>
        <a:ln w="12700" cap="flat" cmpd="sng">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Users choose the provider that best fits their needs.</a:t>
          </a:r>
        </a:p>
      </dsp:txBody>
      <dsp:txXfrm>
        <a:off x="50489" y="4590778"/>
        <a:ext cx="5710150" cy="9333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050A9D-5427-4CDE-BC27-EE8D6034B9BD}">
      <dsp:nvSpPr>
        <dsp:cNvPr id="0" name=""/>
        <dsp:cNvSpPr/>
      </dsp:nvSpPr>
      <dsp:spPr>
        <a:xfrm>
          <a:off x="3594" y="813467"/>
          <a:ext cx="1946002" cy="2724403"/>
        </a:xfrm>
        <a:prstGeom prst="rect">
          <a:avLst/>
        </a:prstGeom>
        <a:solidFill>
          <a:schemeClr val="accent2">
            <a:tint val="40000"/>
            <a:alpha val="90000"/>
            <a:hueOff val="0"/>
            <a:satOff val="0"/>
            <a:lumOff val="0"/>
            <a:alphaOff val="0"/>
          </a:schemeClr>
        </a:solidFill>
        <a:ln w="12700" cap="flat" cmpd="sng">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755650">
            <a:lnSpc>
              <a:spcPct val="90000"/>
            </a:lnSpc>
            <a:spcBef>
              <a:spcPct val="0"/>
            </a:spcBef>
            <a:spcAft>
              <a:spcPct val="35000"/>
            </a:spcAft>
            <a:buNone/>
          </a:pPr>
          <a:r>
            <a:rPr lang="en-US" sz="1700" kern="1200"/>
            <a:t>Verify the key is copied in full — no truncation.</a:t>
          </a:r>
        </a:p>
      </dsp:txBody>
      <dsp:txXfrm>
        <a:off x="3594" y="1848740"/>
        <a:ext cx="1946002" cy="1634641"/>
      </dsp:txXfrm>
    </dsp:sp>
    <dsp:sp modelId="{394926E1-0FDF-4232-8C09-512C0BAD7CEC}">
      <dsp:nvSpPr>
        <dsp:cNvPr id="0" name=""/>
        <dsp:cNvSpPr/>
      </dsp:nvSpPr>
      <dsp:spPr>
        <a:xfrm>
          <a:off x="567934" y="1085907"/>
          <a:ext cx="817320" cy="817320"/>
        </a:xfrm>
        <a:prstGeom prst="ellipse">
          <a:avLst/>
        </a:prstGeom>
        <a:solidFill>
          <a:schemeClr val="accent2">
            <a:hueOff val="0"/>
            <a:satOff val="0"/>
            <a:lumOff val="0"/>
            <a:alphaOff val="0"/>
          </a:schemeClr>
        </a:solidFill>
        <a:ln w="12700" cap="flat" cmpd="sng">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1</a:t>
          </a:r>
        </a:p>
      </dsp:txBody>
      <dsp:txXfrm>
        <a:off x="687628" y="1205601"/>
        <a:ext cx="577932" cy="577932"/>
      </dsp:txXfrm>
    </dsp:sp>
    <dsp:sp modelId="{093D29BC-FE1B-4296-B66A-32A15983268F}">
      <dsp:nvSpPr>
        <dsp:cNvPr id="0" name=""/>
        <dsp:cNvSpPr/>
      </dsp:nvSpPr>
      <dsp:spPr>
        <a:xfrm>
          <a:off x="3594" y="3537798"/>
          <a:ext cx="1946002" cy="72"/>
        </a:xfrm>
        <a:prstGeom prst="rect">
          <a:avLst/>
        </a:prstGeom>
        <a:solidFill>
          <a:schemeClr val="accent2">
            <a:hueOff val="477097"/>
            <a:satOff val="-4643"/>
            <a:lumOff val="1416"/>
            <a:alphaOff val="0"/>
          </a:schemeClr>
        </a:solidFill>
        <a:ln w="12700" cap="flat" cmpd="sng">
          <a:solidFill>
            <a:schemeClr val="accent2">
              <a:hueOff val="477097"/>
              <a:satOff val="-4643"/>
              <a:lumOff val="141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CA1FDC-4F6D-4CB2-8AF1-2196D4B82E0D}">
      <dsp:nvSpPr>
        <dsp:cNvPr id="0" name=""/>
        <dsp:cNvSpPr/>
      </dsp:nvSpPr>
      <dsp:spPr>
        <a:xfrm>
          <a:off x="2144196" y="813467"/>
          <a:ext cx="1946002" cy="2724403"/>
        </a:xfrm>
        <a:prstGeom prst="rect">
          <a:avLst/>
        </a:prstGeom>
        <a:solidFill>
          <a:schemeClr val="accent2">
            <a:tint val="40000"/>
            <a:alpha val="90000"/>
            <a:hueOff val="1266851"/>
            <a:satOff val="-9863"/>
            <a:lumOff val="182"/>
            <a:alphaOff val="0"/>
          </a:schemeClr>
        </a:solidFill>
        <a:ln w="12700" cap="flat" cmpd="sng">
          <a:solidFill>
            <a:schemeClr val="accent2">
              <a:tint val="40000"/>
              <a:alpha val="90000"/>
              <a:hueOff val="1266851"/>
              <a:satOff val="-9863"/>
              <a:lumOff val="18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755650">
            <a:lnSpc>
              <a:spcPct val="90000"/>
            </a:lnSpc>
            <a:spcBef>
              <a:spcPct val="0"/>
            </a:spcBef>
            <a:spcAft>
              <a:spcPct val="35000"/>
            </a:spcAft>
            <a:buNone/>
          </a:pPr>
          <a:r>
            <a:rPr lang="en-US" sz="1700" kern="1200"/>
            <a:t>Confirm the key is active in the provider's dashboard.</a:t>
          </a:r>
        </a:p>
      </dsp:txBody>
      <dsp:txXfrm>
        <a:off x="2144196" y="1848740"/>
        <a:ext cx="1946002" cy="1634641"/>
      </dsp:txXfrm>
    </dsp:sp>
    <dsp:sp modelId="{0C84C7C5-0A55-44C0-B188-BE6F5281C536}">
      <dsp:nvSpPr>
        <dsp:cNvPr id="0" name=""/>
        <dsp:cNvSpPr/>
      </dsp:nvSpPr>
      <dsp:spPr>
        <a:xfrm>
          <a:off x="2708537" y="1085907"/>
          <a:ext cx="817320" cy="817320"/>
        </a:xfrm>
        <a:prstGeom prst="ellipse">
          <a:avLst/>
        </a:prstGeom>
        <a:solidFill>
          <a:schemeClr val="accent2">
            <a:hueOff val="954193"/>
            <a:satOff val="-9286"/>
            <a:lumOff val="2832"/>
            <a:alphaOff val="0"/>
          </a:schemeClr>
        </a:solidFill>
        <a:ln w="12700" cap="flat" cmpd="sng">
          <a:solidFill>
            <a:schemeClr val="accent2">
              <a:hueOff val="954193"/>
              <a:satOff val="-9286"/>
              <a:lumOff val="283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2</a:t>
          </a:r>
        </a:p>
      </dsp:txBody>
      <dsp:txXfrm>
        <a:off x="2828231" y="1205601"/>
        <a:ext cx="577932" cy="577932"/>
      </dsp:txXfrm>
    </dsp:sp>
    <dsp:sp modelId="{F43A0B31-A7CE-4DAE-AEA8-1DA5A47B40C6}">
      <dsp:nvSpPr>
        <dsp:cNvPr id="0" name=""/>
        <dsp:cNvSpPr/>
      </dsp:nvSpPr>
      <dsp:spPr>
        <a:xfrm>
          <a:off x="2144196" y="3537798"/>
          <a:ext cx="1946002" cy="72"/>
        </a:xfrm>
        <a:prstGeom prst="rect">
          <a:avLst/>
        </a:prstGeom>
        <a:solidFill>
          <a:schemeClr val="accent2">
            <a:hueOff val="1431290"/>
            <a:satOff val="-13930"/>
            <a:lumOff val="4249"/>
            <a:alphaOff val="0"/>
          </a:schemeClr>
        </a:solidFill>
        <a:ln w="12700" cap="flat" cmpd="sng">
          <a:solidFill>
            <a:schemeClr val="accent2">
              <a:hueOff val="1431290"/>
              <a:satOff val="-13930"/>
              <a:lumOff val="424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366FC7-C2E4-4555-B0A1-EDA69E52A276}">
      <dsp:nvSpPr>
        <dsp:cNvPr id="0" name=""/>
        <dsp:cNvSpPr/>
      </dsp:nvSpPr>
      <dsp:spPr>
        <a:xfrm>
          <a:off x="4284798" y="813467"/>
          <a:ext cx="1946002" cy="2724403"/>
        </a:xfrm>
        <a:prstGeom prst="rect">
          <a:avLst/>
        </a:prstGeom>
        <a:solidFill>
          <a:schemeClr val="accent2">
            <a:tint val="40000"/>
            <a:alpha val="90000"/>
            <a:hueOff val="2533703"/>
            <a:satOff val="-19726"/>
            <a:lumOff val="364"/>
            <a:alphaOff val="0"/>
          </a:schemeClr>
        </a:solidFill>
        <a:ln w="12700" cap="flat" cmpd="sng">
          <a:solidFill>
            <a:schemeClr val="accent2">
              <a:tint val="40000"/>
              <a:alpha val="90000"/>
              <a:hueOff val="2533703"/>
              <a:satOff val="-19726"/>
              <a:lumOff val="36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755650">
            <a:lnSpc>
              <a:spcPct val="90000"/>
            </a:lnSpc>
            <a:spcBef>
              <a:spcPct val="0"/>
            </a:spcBef>
            <a:spcAft>
              <a:spcPct val="35000"/>
            </a:spcAft>
            <a:buNone/>
          </a:pPr>
          <a:r>
            <a:rPr lang="en-US" sz="1700" kern="1200"/>
            <a:t>Ensure the key is in the correct provider's field.</a:t>
          </a:r>
        </a:p>
      </dsp:txBody>
      <dsp:txXfrm>
        <a:off x="4284798" y="1848740"/>
        <a:ext cx="1946002" cy="1634641"/>
      </dsp:txXfrm>
    </dsp:sp>
    <dsp:sp modelId="{E301FFDC-6FE6-4099-8750-C7AAFB6C6C96}">
      <dsp:nvSpPr>
        <dsp:cNvPr id="0" name=""/>
        <dsp:cNvSpPr/>
      </dsp:nvSpPr>
      <dsp:spPr>
        <a:xfrm>
          <a:off x="4849139" y="1085907"/>
          <a:ext cx="817320" cy="817320"/>
        </a:xfrm>
        <a:prstGeom prst="ellipse">
          <a:avLst/>
        </a:prstGeom>
        <a:solidFill>
          <a:schemeClr val="accent2">
            <a:hueOff val="1908386"/>
            <a:satOff val="-18573"/>
            <a:lumOff val="5665"/>
            <a:alphaOff val="0"/>
          </a:schemeClr>
        </a:solidFill>
        <a:ln w="12700" cap="flat" cmpd="sng">
          <a:solidFill>
            <a:schemeClr val="accent2">
              <a:hueOff val="1908386"/>
              <a:satOff val="-18573"/>
              <a:lumOff val="566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3</a:t>
          </a:r>
        </a:p>
      </dsp:txBody>
      <dsp:txXfrm>
        <a:off x="4968833" y="1205601"/>
        <a:ext cx="577932" cy="577932"/>
      </dsp:txXfrm>
    </dsp:sp>
    <dsp:sp modelId="{6228F2CB-8D83-4D90-8CC3-5CFA772B51E1}">
      <dsp:nvSpPr>
        <dsp:cNvPr id="0" name=""/>
        <dsp:cNvSpPr/>
      </dsp:nvSpPr>
      <dsp:spPr>
        <a:xfrm>
          <a:off x="4284798" y="3537798"/>
          <a:ext cx="1946002" cy="72"/>
        </a:xfrm>
        <a:prstGeom prst="rect">
          <a:avLst/>
        </a:prstGeom>
        <a:solidFill>
          <a:schemeClr val="accent2">
            <a:hueOff val="2385483"/>
            <a:satOff val="-23216"/>
            <a:lumOff val="7081"/>
            <a:alphaOff val="0"/>
          </a:schemeClr>
        </a:solidFill>
        <a:ln w="12700" cap="flat" cmpd="sng">
          <a:solidFill>
            <a:schemeClr val="accent2">
              <a:hueOff val="2385483"/>
              <a:satOff val="-23216"/>
              <a:lumOff val="708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621B0C-05AC-4507-B355-36AD6CD6ED42}">
      <dsp:nvSpPr>
        <dsp:cNvPr id="0" name=""/>
        <dsp:cNvSpPr/>
      </dsp:nvSpPr>
      <dsp:spPr>
        <a:xfrm>
          <a:off x="6425401" y="813467"/>
          <a:ext cx="1946002" cy="2724403"/>
        </a:xfrm>
        <a:prstGeom prst="rect">
          <a:avLst/>
        </a:prstGeom>
        <a:solidFill>
          <a:schemeClr val="accent2">
            <a:tint val="40000"/>
            <a:alpha val="90000"/>
            <a:hueOff val="3800554"/>
            <a:satOff val="-29590"/>
            <a:lumOff val="545"/>
            <a:alphaOff val="0"/>
          </a:schemeClr>
        </a:solidFill>
        <a:ln w="12700" cap="flat" cmpd="sng">
          <a:solidFill>
            <a:schemeClr val="accent2">
              <a:tint val="40000"/>
              <a:alpha val="90000"/>
              <a:hueOff val="3800554"/>
              <a:satOff val="-29590"/>
              <a:lumOff val="54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755650">
            <a:lnSpc>
              <a:spcPct val="90000"/>
            </a:lnSpc>
            <a:spcBef>
              <a:spcPct val="0"/>
            </a:spcBef>
            <a:spcAft>
              <a:spcPct val="35000"/>
            </a:spcAft>
            <a:buNone/>
          </a:pPr>
          <a:r>
            <a:rPr lang="en-US" sz="1700" kern="1200"/>
            <a:t>Check for accidental spaces before or after the key.</a:t>
          </a:r>
        </a:p>
      </dsp:txBody>
      <dsp:txXfrm>
        <a:off x="6425401" y="1848740"/>
        <a:ext cx="1946002" cy="1634641"/>
      </dsp:txXfrm>
    </dsp:sp>
    <dsp:sp modelId="{2F56B45A-E78E-4DCB-9D60-EFA0E91CEAD5}">
      <dsp:nvSpPr>
        <dsp:cNvPr id="0" name=""/>
        <dsp:cNvSpPr/>
      </dsp:nvSpPr>
      <dsp:spPr>
        <a:xfrm>
          <a:off x="6989741" y="1085907"/>
          <a:ext cx="817320" cy="817320"/>
        </a:xfrm>
        <a:prstGeom prst="ellipse">
          <a:avLst/>
        </a:prstGeom>
        <a:solidFill>
          <a:schemeClr val="accent2">
            <a:hueOff val="2862579"/>
            <a:satOff val="-27859"/>
            <a:lumOff val="8497"/>
            <a:alphaOff val="0"/>
          </a:schemeClr>
        </a:solidFill>
        <a:ln w="12700" cap="flat" cmpd="sng">
          <a:solidFill>
            <a:schemeClr val="accent2">
              <a:hueOff val="2862579"/>
              <a:satOff val="-27859"/>
              <a:lumOff val="849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4</a:t>
          </a:r>
        </a:p>
      </dsp:txBody>
      <dsp:txXfrm>
        <a:off x="7109435" y="1205601"/>
        <a:ext cx="577932" cy="577932"/>
      </dsp:txXfrm>
    </dsp:sp>
    <dsp:sp modelId="{F449E9E7-6999-4304-A7B6-18EB915E07A0}">
      <dsp:nvSpPr>
        <dsp:cNvPr id="0" name=""/>
        <dsp:cNvSpPr/>
      </dsp:nvSpPr>
      <dsp:spPr>
        <a:xfrm>
          <a:off x="6425401" y="3537798"/>
          <a:ext cx="1946002" cy="72"/>
        </a:xfrm>
        <a:prstGeom prst="rect">
          <a:avLst/>
        </a:prstGeom>
        <a:solidFill>
          <a:schemeClr val="accent2">
            <a:hueOff val="3339676"/>
            <a:satOff val="-32503"/>
            <a:lumOff val="9914"/>
            <a:alphaOff val="0"/>
          </a:schemeClr>
        </a:solidFill>
        <a:ln w="12700" cap="flat" cmpd="sng">
          <a:solidFill>
            <a:schemeClr val="accent2">
              <a:hueOff val="3339676"/>
              <a:satOff val="-32503"/>
              <a:lumOff val="991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8EE5F2-2201-436C-A441-B87A955768A2}">
      <dsp:nvSpPr>
        <dsp:cNvPr id="0" name=""/>
        <dsp:cNvSpPr/>
      </dsp:nvSpPr>
      <dsp:spPr>
        <a:xfrm>
          <a:off x="8566003" y="813467"/>
          <a:ext cx="1946002" cy="2724403"/>
        </a:xfrm>
        <a:prstGeom prst="rect">
          <a:avLst/>
        </a:prstGeom>
        <a:solidFill>
          <a:schemeClr val="accent2">
            <a:tint val="40000"/>
            <a:alpha val="90000"/>
            <a:hueOff val="5067405"/>
            <a:satOff val="-39453"/>
            <a:lumOff val="727"/>
            <a:alphaOff val="0"/>
          </a:schemeClr>
        </a:solidFill>
        <a:ln w="12700" cap="flat" cmpd="sng">
          <a:solidFill>
            <a:schemeClr val="accent2">
              <a:tint val="40000"/>
              <a:alpha val="90000"/>
              <a:hueOff val="5067405"/>
              <a:satOff val="-39453"/>
              <a:lumOff val="72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755650">
            <a:lnSpc>
              <a:spcPct val="90000"/>
            </a:lnSpc>
            <a:spcBef>
              <a:spcPct val="0"/>
            </a:spcBef>
            <a:spcAft>
              <a:spcPct val="35000"/>
            </a:spcAft>
            <a:buNone/>
          </a:pPr>
          <a:r>
            <a:rPr lang="en-US" sz="1700" kern="1200"/>
            <a:t>Generate a new key if the original has been revoked.</a:t>
          </a:r>
        </a:p>
      </dsp:txBody>
      <dsp:txXfrm>
        <a:off x="8566003" y="1848740"/>
        <a:ext cx="1946002" cy="1634641"/>
      </dsp:txXfrm>
    </dsp:sp>
    <dsp:sp modelId="{8E34FCC8-13B2-4292-8B61-E7D4DCF40928}">
      <dsp:nvSpPr>
        <dsp:cNvPr id="0" name=""/>
        <dsp:cNvSpPr/>
      </dsp:nvSpPr>
      <dsp:spPr>
        <a:xfrm>
          <a:off x="9130344" y="1085907"/>
          <a:ext cx="817320" cy="817320"/>
        </a:xfrm>
        <a:prstGeom prst="ellipse">
          <a:avLst/>
        </a:prstGeom>
        <a:solidFill>
          <a:schemeClr val="accent2">
            <a:hueOff val="3816772"/>
            <a:satOff val="-37146"/>
            <a:lumOff val="11330"/>
            <a:alphaOff val="0"/>
          </a:schemeClr>
        </a:solidFill>
        <a:ln w="12700" cap="flat" cmpd="sng">
          <a:solidFill>
            <a:schemeClr val="accent2">
              <a:hueOff val="3816772"/>
              <a:satOff val="-37146"/>
              <a:lumOff val="1133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5</a:t>
          </a:r>
        </a:p>
      </dsp:txBody>
      <dsp:txXfrm>
        <a:off x="9250038" y="1205601"/>
        <a:ext cx="577932" cy="577932"/>
      </dsp:txXfrm>
    </dsp:sp>
    <dsp:sp modelId="{831CEB9D-DA9A-4F8A-BCEE-27DD06FE9540}">
      <dsp:nvSpPr>
        <dsp:cNvPr id="0" name=""/>
        <dsp:cNvSpPr/>
      </dsp:nvSpPr>
      <dsp:spPr>
        <a:xfrm>
          <a:off x="8566003" y="3537798"/>
          <a:ext cx="1946002" cy="72"/>
        </a:xfrm>
        <a:prstGeom prst="rect">
          <a:avLst/>
        </a:prstGeom>
        <a:solidFill>
          <a:schemeClr val="accent2">
            <a:hueOff val="4293869"/>
            <a:satOff val="-41789"/>
            <a:lumOff val="12746"/>
            <a:alphaOff val="0"/>
          </a:schemeClr>
        </a:solidFill>
        <a:ln w="12700" cap="flat" cmpd="sng">
          <a:solidFill>
            <a:schemeClr val="accent2">
              <a:hueOff val="4293869"/>
              <a:satOff val="-41789"/>
              <a:lumOff val="1274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training on how PreseMaker connects to AI providers. By the end of this presentation, you will understand what AI providers are, how API keys work, how to obtain and enter your key, and how PreseMaker keeps your credentials secure. Let's get started.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is an AI-assisted course authoring application. It can generate presentations, text lessons, quizzes, assignments, and interactive activities — but it does not run its own AI model. Instead, it connects to external AI providers: third-party companies that host large language models accessible via the internet. This direct connection is essential because PreseMaker must send your content requests and receive AI-generated responses in real time. The API key is the unique credential that authenticates those requests on your behalf. Because PreseMaker supports multiple providers, you have the flexibility to select the one that suits your workflow and budget.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currently supports four AI providers, each with distinct strengths. Anthropic Claude is known for producing thorough, safety-conscious outputs. Google Gemini draws on Google's deep research capabilities and broad ecosystem. OpenAI offers the GPT model series, among the most widely recognized in the industry. Mistral is a European provider offering competitive performance at a lower cost, making it attractive for budget-conscious users. All four providers are capable of powering PreseMaker's full feature set, so your choice comes down to preference, cost, and organizational requirements.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selecting an AI provider, consider several important dimensions. Cost varies significantly between providers and often depends on usage volume. Evaluate the quality of outputs for the specific tasks you need — such as generating quiz questions or detailed lesson text. Data privacy policies matter, especially for organizations with compliance requirements. Confirm the provider operates in your region without restrictions. Importantly, PreseMaker allows you to enter API keys for multiple providers at the same time, giving you flexibility to switch or compare as needed.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An API key is a unique alphanumeric string issued by an AI provider. It identifies and authorizes your application — in this case, PreseMaker — to use their service. Without a valid key, the provider will reject all requests. Think of it as the primary credential that links PreseMaker to your chosen provider account. It is important to understand that each provider — Anthropic Claude, Google Gemini, OpenAI, and Mistral — issues its own separate key. There is no universal key. When PreseMaker makes an AI request, it automatically attaches your stored key to that request so the provider can authenticate and process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Before you can enter an API key in PreseMaker, you must obtain one directly from your chosen provider. Start by deciding which provider you want to use — Anthropic, Google, OpenAI, or Mistral. Navigate to that provider's official website and create an account if you don't already have one. Once registered and logged in, you will need to find the API Keys section. This is typically located within account settings, developer settings, or a dedicated API management dashboard. The exact location varies by provider, so refer to each provider's documentation if needed.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inside the API Keys section, you can generate a new key by clicking the appropriate button — commonly labeled 'Create Key,' 'Generate Key,' or similar. Give the key a descriptive name so you can identify it later. After generation, the provider will display the full key value — copy it immediately. This is critical: most providers will not show the raw key again after you navigate away. If you lose it, you will need to generate a new one. Store the copied key somewhere secure, such as a password manager, before entering it into PreseMaker. Before proceeding, confirm the key shows an active or enabled status in the provider dashboard.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With your API key copied and ready, open PreseMaker and navigate to the Settings screen. Within Settings, locate the AI Provider Keys section — this is where all provider credentials are managed. You will see a separate input field for each supported provider: Anthropic Claude, Google Gemini, OpenAI, and Mistral. You do not need to activate or select a provider first; simply paste each key into its corresponding field. Accuracy is critical — even a single incorrect character will cause the connection to fail. Take a moment to verify the key is pasted completely and correctly before proceeding.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After entering your API key, click the Save button to store the settings. PreseMaker will encrypt and activate the key as part of the save process. Look for a visual confirmation — such as a success message or status indicator — that the key has been accepted. You can also verify the connection by attempting to use an AI-powered feature, such as generating a presentation or quiz. If PreseMaker returns an error, double-check the key for typos, confirm it is active in the provider's dashboard, and ensure you pasted it into the correct provider's field.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If PreseMaker does not recognize your API key after entry, a few common issues are usually responsible. First, check that the entire key was copied — partial keys will always fail. Second, log back into your provider's dashboard and confirm the key is in an active or enabled state; some providers require manual activation. Third, make sure you entered the key into the correct provider field in PreseMaker Settings. Fourth, check for invisible whitespace characters that may have been included when pasting. Finally, if the key has been revoked or expired, generate a new one from the provider's dashboard and repeat the entry process.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 is designed with your security in mind. When you save an API key, it is stored directly on your own device — not transmitted to any PreseMaker server or cloud database. Before writing the key to local storage, PreseMaker encrypts it so that the raw value is never saved in a readable format. This architecture means that even if someone gained access to your device's storage, they would not find a plaintext copy of your key. Keeping keys off external servers also eliminates the risk of a large-scale credential breach — a scenario where many users' keys could be exposed at once through a compromised central database.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It is natural to feel cautious about entering sensitive credentials into a third-party application. PreseMaker's architecture is specifically designed to address those concerns. Your API key leaves your device only when PreseMaker attaches it to a request directed to your chosen AI provider — the same provider that issued the key. It is not shared with PreseMaker's servers, logged, or transmitted to any other third party. The local encryption model ensures that your key is protected at rest, and the direct-to-provider request model ensures it is protected in transit to the right destination.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While PreseMaker handles encryption and secure local storage, you also play an important role in keeping your API credentials safe. Do not share your key with people who should not have access to your provider account. If you suspect a key has been exposed, revoke it immediately from the provider's dashboard and generate a replacement. Avoid writing keys in plaintext files, emails, or messaging apps. Regularly review your provider account's usage logs to spot any unexpected activity that might indicate unauthorized use. As a best practice, generate dedicated keys for different applications or team environments so you can revoke individual keys without disrupting others.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457200"/>
            <a:ext cx="5486400" cy="3086100"/>
          </a:xfrm>
          <a:prstGeom prst="rect">
            <a:avLst/>
          </a:prstGeom>
          <a:noFill/>
          <a:ln>
            <a:solidFill>
              <a:prstClr val="black"/>
            </a:solidFill>
          </a:ln>
        </p:spPr>
        <p:txBody>
          <a:bodyPr/>
          <a:lstStyle/>
          <a:p>
            <a:endParaRPr/>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Let's recap what we covered. PreseMaker is an AI-powered authoring tool that requires a direct connection to an external AI provider to generate content. It supports four providers: Anthropic Claude, Google Gemini, OpenAI, and Mistral — each with distinct strengths worth evaluating before choosing. An API key is the unique credential that authenticates PreseMaker's requests to your provider. You obtain it by creating a provider account, generating a key from their dashboard, and copying it securely. In PreseMaker's Settings screen, you paste each key into its dedicated provider field and save. PreseMaker then encrypts and stores the key locally on your device, protecting it from exposure. You also share responsibility for key security by safeguarding credentials and monitoring account usage. You are now ready to set up your AI connection in PreseMaker.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1.jpeg"/><Relationship Id="rId7" Type="http://schemas.openxmlformats.org/officeDocument/2006/relationships/diagramColors" Target="../diagrams/colors2.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dirty="0" err="1">
                <a:solidFill>
                  <a:srgbClr val="FFFFFF"/>
                </a:solidFill>
                <a:latin typeface="+mj-lt"/>
                <a:ea typeface="+mj-ea"/>
                <a:cs typeface="+mj-cs"/>
              </a:rPr>
              <a:t>PreseMkaer</a:t>
            </a:r>
            <a:r>
              <a:rPr lang="en-US" kern="1200" dirty="0">
                <a:solidFill>
                  <a:srgbClr val="FFFFFF"/>
                </a:solidFill>
                <a:latin typeface="+mj-lt"/>
                <a:ea typeface="+mj-ea"/>
                <a:cs typeface="+mj-cs"/>
              </a:rPr>
              <a:t> Module 3: </a:t>
            </a:r>
            <a:br>
              <a:rPr lang="en-US" kern="1200" dirty="0">
                <a:solidFill>
                  <a:srgbClr val="FFFFFF"/>
                </a:solidFill>
                <a:latin typeface="+mj-lt"/>
                <a:ea typeface="+mj-ea"/>
                <a:cs typeface="+mj-cs"/>
              </a:rPr>
            </a:br>
            <a:r>
              <a:rPr lang="en-US" kern="1200" dirty="0">
                <a:solidFill>
                  <a:srgbClr val="FFFFFF"/>
                </a:solidFill>
                <a:latin typeface="+mj-lt"/>
                <a:ea typeface="+mj-ea"/>
                <a:cs typeface="+mj-cs"/>
              </a:rPr>
              <a:t>AI Providers and API Keys: Setting Up Your Connection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vert="horz" lIns="91440" tIns="45720" rIns="91440" bIns="45720" rtlCol="0" anchor="ctr">
            <a:normAutofit/>
          </a:bodyPr>
          <a:lstStyle/>
          <a:p>
            <a:pPr marL="0" indent="0">
              <a:buNone/>
            </a:pPr>
            <a:r>
              <a:rPr lang="en-US" sz="4400" dirty="0">
                <a:ea typeface="+mn-ea"/>
                <a:cs typeface="+mn-cs"/>
              </a:rPr>
              <a:t>A step-by-step guide to connecting PreseMaker to external AI services using API keys.</a:t>
            </a:r>
          </a:p>
          <a:p>
            <a:endParaRPr lang="en-US" dirty="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673770"/>
            <a:ext cx="3220329" cy="2027227"/>
          </a:xfrm>
        </p:spPr>
        <p:txBody>
          <a:bodyPr vert="horz" lIns="91440" tIns="45720" rIns="91440" bIns="45720" rtlCol="0" anchor="t">
            <a:normAutofit/>
          </a:bodyPr>
          <a:lstStyle/>
          <a:p>
            <a:r>
              <a:rPr lang="en-US" sz="3400" kern="1200">
                <a:solidFill>
                  <a:srgbClr val="FFFFFF"/>
                </a:solidFill>
                <a:latin typeface="+mj-lt"/>
                <a:ea typeface="+mj-ea"/>
                <a:cs typeface="+mj-cs"/>
              </a:rPr>
              <a:t>How PreseMaker Connects to AI Providers</a:t>
            </a:r>
          </a:p>
        </p:txBody>
      </p:sp>
      <p:graphicFrame>
        <p:nvGraphicFramePr>
          <p:cNvPr id="5" name="Content Placeholder 2">
            <a:extLst>
              <a:ext uri="{FF2B5EF4-FFF2-40B4-BE49-F238E27FC236}">
                <a16:creationId xmlns:a16="http://schemas.microsoft.com/office/drawing/2014/main" id="{5A18CDB0-8663-12E9-5319-2478797D3F60}"/>
              </a:ext>
            </a:extLst>
          </p:cNvPr>
          <p:cNvGraphicFramePr>
            <a:graphicFrameLocks noGrp="1"/>
          </p:cNvGraphicFramePr>
          <p:nvPr>
            <p:ph idx="1"/>
            <p:extLst>
              <p:ext uri="{D42A27DB-BD31-4B8C-83A1-F6EECF244321}">
                <p14:modId xmlns:p14="http://schemas.microsoft.com/office/powerpoint/2010/main" val="722368752"/>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B475F8-50AE-46A0-9943-B2B63183D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8" y="365125"/>
            <a:ext cx="6986015" cy="1776484"/>
          </a:xfrm>
        </p:spPr>
        <p:txBody>
          <a:bodyPr vert="horz" lIns="91440" tIns="45720" rIns="91440" bIns="45720" rtlCol="0" anchor="b">
            <a:normAutofit/>
          </a:bodyPr>
          <a:lstStyle/>
          <a:p>
            <a:r>
              <a:rPr lang="en-US" sz="5400">
                <a:ea typeface="+mj-ea"/>
                <a:cs typeface="+mj-cs"/>
              </a:rPr>
              <a:t>Overview of Supported AI Providers</a:t>
            </a:r>
          </a:p>
        </p:txBody>
      </p:sp>
      <p:pic>
        <p:nvPicPr>
          <p:cNvPr id="7" name="Picture 6">
            <a:extLst>
              <a:ext uri="{FF2B5EF4-FFF2-40B4-BE49-F238E27FC236}">
                <a16:creationId xmlns:a16="http://schemas.microsoft.com/office/drawing/2014/main" id="{745EFBA4-D428-433E-AE13-8639F53CDA83}"/>
              </a:ext>
            </a:extLst>
          </p:cNvPr>
          <p:cNvPicPr>
            <a:picLocks noChangeAspect="1"/>
          </p:cNvPicPr>
          <p:nvPr/>
        </p:nvPicPr>
        <p:blipFill>
          <a:blip r:embed="rId3"/>
          <a:stretch>
            <a:fillRect/>
          </a:stretch>
        </p:blipFill>
        <p:spPr>
          <a:xfrm>
            <a:off x="7777892" y="3018012"/>
            <a:ext cx="3532036" cy="1212769"/>
          </a:xfrm>
          <a:prstGeom prst="rect">
            <a:avLst/>
          </a:prstGeom>
        </p:spPr>
      </p:pic>
      <p:sp>
        <p:nvSpPr>
          <p:cNvPr id="16" name="sketch line">
            <a:extLst>
              <a:ext uri="{FF2B5EF4-FFF2-40B4-BE49-F238E27FC236}">
                <a16:creationId xmlns:a16="http://schemas.microsoft.com/office/drawing/2014/main" id="{75F6FDB4-2351-48C2-A863-2364A0234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315691"/>
            <a:ext cx="4343400" cy="18288"/>
          </a:xfrm>
          <a:custGeom>
            <a:avLst/>
            <a:gdLst>
              <a:gd name="csX0" fmla="*/ 0 w 4343400"/>
              <a:gd name="csY0" fmla="*/ 0 h 18288"/>
              <a:gd name="csX1" fmla="*/ 577052 w 4343400"/>
              <a:gd name="csY1" fmla="*/ 0 h 18288"/>
              <a:gd name="csX2" fmla="*/ 1067235 w 4343400"/>
              <a:gd name="csY2" fmla="*/ 0 h 18288"/>
              <a:gd name="csX3" fmla="*/ 1600853 w 4343400"/>
              <a:gd name="csY3" fmla="*/ 0 h 18288"/>
              <a:gd name="csX4" fmla="*/ 2264773 w 4343400"/>
              <a:gd name="csY4" fmla="*/ 0 h 18288"/>
              <a:gd name="csX5" fmla="*/ 2841825 w 4343400"/>
              <a:gd name="csY5" fmla="*/ 0 h 18288"/>
              <a:gd name="csX6" fmla="*/ 3375442 w 4343400"/>
              <a:gd name="csY6" fmla="*/ 0 h 18288"/>
              <a:gd name="csX7" fmla="*/ 4343400 w 4343400"/>
              <a:gd name="csY7" fmla="*/ 0 h 18288"/>
              <a:gd name="csX8" fmla="*/ 4343400 w 4343400"/>
              <a:gd name="csY8" fmla="*/ 18288 h 18288"/>
              <a:gd name="csX9" fmla="*/ 3722914 w 4343400"/>
              <a:gd name="csY9" fmla="*/ 18288 h 18288"/>
              <a:gd name="csX10" fmla="*/ 3189297 w 4343400"/>
              <a:gd name="csY10" fmla="*/ 18288 h 18288"/>
              <a:gd name="csX11" fmla="*/ 2481943 w 4343400"/>
              <a:gd name="csY11" fmla="*/ 18288 h 18288"/>
              <a:gd name="csX12" fmla="*/ 1904891 w 4343400"/>
              <a:gd name="csY12" fmla="*/ 18288 h 18288"/>
              <a:gd name="csX13" fmla="*/ 1414707 w 4343400"/>
              <a:gd name="csY13" fmla="*/ 18288 h 18288"/>
              <a:gd name="csX14" fmla="*/ 750788 w 4343400"/>
              <a:gd name="csY14" fmla="*/ 18288 h 18288"/>
              <a:gd name="csX15" fmla="*/ 0 w 4343400"/>
              <a:gd name="csY15" fmla="*/ 18288 h 18288"/>
              <a:gd name="csX16" fmla="*/ 0 w 43434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12648" y="2504819"/>
            <a:ext cx="6986016" cy="3672144"/>
          </a:xfrm>
        </p:spPr>
        <p:txBody>
          <a:bodyPr vert="horz" lIns="91440" tIns="45720" rIns="91440" bIns="45720" rtlCol="0">
            <a:normAutofit/>
          </a:bodyPr>
          <a:lstStyle/>
          <a:p>
            <a:r>
              <a:rPr lang="en-US" sz="2200">
                <a:ea typeface="+mn-ea"/>
                <a:cs typeface="+mn-cs"/>
              </a:rPr>
              <a:t>PreseMaker supports four external AI providers.</a:t>
            </a:r>
          </a:p>
          <a:p>
            <a:r>
              <a:rPr lang="en-US" sz="2200">
                <a:ea typeface="+mn-ea"/>
                <a:cs typeface="+mn-cs"/>
              </a:rPr>
              <a:t>Anthropic Claude — detailed, nuanced, safety-focused responses.</a:t>
            </a:r>
          </a:p>
          <a:p>
            <a:r>
              <a:rPr lang="en-US" sz="2200">
                <a:ea typeface="+mn-ea"/>
                <a:cs typeface="+mn-cs"/>
              </a:rPr>
              <a:t>Google Gemini — integrated with Google's research ecosystem.</a:t>
            </a:r>
          </a:p>
          <a:p>
            <a:r>
              <a:rPr lang="en-US" sz="2200">
                <a:ea typeface="+mn-ea"/>
                <a:cs typeface="+mn-cs"/>
              </a:rPr>
              <a:t>OpenAI — widely adopted GPT models used globally.</a:t>
            </a:r>
          </a:p>
          <a:p>
            <a:r>
              <a:rPr lang="en-US" sz="2200">
                <a:ea typeface="+mn-ea"/>
                <a:cs typeface="+mn-cs"/>
              </a:rPr>
              <a:t>Mistral — efficient, cost-effective European open-weight models.</a:t>
            </a:r>
          </a:p>
          <a:p>
            <a:endParaRPr lang="en-US" sz="2200">
              <a:ea typeface="+mn-ea"/>
              <a:cs typeface="+mn-cs"/>
            </a:endParaRPr>
          </a:p>
        </p:txBody>
      </p:sp>
      <p:pic>
        <p:nvPicPr>
          <p:cNvPr id="9" name="Picture 8">
            <a:extLst>
              <a:ext uri="{FF2B5EF4-FFF2-40B4-BE49-F238E27FC236}">
                <a16:creationId xmlns:a16="http://schemas.microsoft.com/office/drawing/2014/main" id="{3A7EF228-C459-D49E-AAAA-4CE5D937B5E9}"/>
              </a:ext>
            </a:extLst>
          </p:cNvPr>
          <p:cNvPicPr>
            <a:picLocks noChangeAspect="1"/>
          </p:cNvPicPr>
          <p:nvPr/>
        </p:nvPicPr>
        <p:blipFill>
          <a:blip r:embed="rId4"/>
          <a:stretch>
            <a:fillRect/>
          </a:stretch>
        </p:blipFill>
        <p:spPr>
          <a:xfrm>
            <a:off x="9372652" y="4829394"/>
            <a:ext cx="2625305" cy="1890220"/>
          </a:xfrm>
          <a:prstGeom prst="rect">
            <a:avLst/>
          </a:prstGeom>
        </p:spPr>
      </p:pic>
      <p:pic>
        <p:nvPicPr>
          <p:cNvPr id="5" name="Picture 4">
            <a:extLst>
              <a:ext uri="{FF2B5EF4-FFF2-40B4-BE49-F238E27FC236}">
                <a16:creationId xmlns:a16="http://schemas.microsoft.com/office/drawing/2014/main" id="{F3715763-C634-BDFF-A2B0-4A6287CAA786}"/>
              </a:ext>
            </a:extLst>
          </p:cNvPr>
          <p:cNvPicPr>
            <a:picLocks noChangeAspect="1"/>
          </p:cNvPicPr>
          <p:nvPr/>
        </p:nvPicPr>
        <p:blipFill>
          <a:blip r:embed="rId5"/>
          <a:stretch>
            <a:fillRect/>
          </a:stretch>
        </p:blipFill>
        <p:spPr>
          <a:xfrm>
            <a:off x="7234451" y="524477"/>
            <a:ext cx="3155917" cy="1890220"/>
          </a:xfrm>
          <a:prstGeom prst="rect">
            <a:avLst/>
          </a:prstGeom>
        </p:spPr>
      </p:pic>
      <p:sp>
        <p:nvSpPr>
          <p:cNvPr id="10" name="Arrow: Down 9">
            <a:extLst>
              <a:ext uri="{FF2B5EF4-FFF2-40B4-BE49-F238E27FC236}">
                <a16:creationId xmlns:a16="http://schemas.microsoft.com/office/drawing/2014/main" id="{66775F4E-514B-6FD8-273D-70D3EA718B9E}"/>
              </a:ext>
            </a:extLst>
          </p:cNvPr>
          <p:cNvSpPr/>
          <p:nvPr/>
        </p:nvSpPr>
        <p:spPr>
          <a:xfrm>
            <a:off x="9663764" y="2425566"/>
            <a:ext cx="490889" cy="59244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3E017E70-CCD1-FCE4-7ECD-AAE3C140F4D1}"/>
              </a:ext>
            </a:extLst>
          </p:cNvPr>
          <p:cNvSpPr/>
          <p:nvPr/>
        </p:nvSpPr>
        <p:spPr>
          <a:xfrm>
            <a:off x="10669092" y="4230781"/>
            <a:ext cx="490889" cy="59244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Slide Background Fill">
            <a:extLst>
              <a:ext uri="{FF2B5EF4-FFF2-40B4-BE49-F238E27FC236}">
                <a16:creationId xmlns:a16="http://schemas.microsoft.com/office/drawing/2014/main" id="{913AE63C-D5B4-45D1-ACFC-648CFFCF9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lor Cover">
            <a:extLst>
              <a:ext uri="{FF2B5EF4-FFF2-40B4-BE49-F238E27FC236}">
                <a16:creationId xmlns:a16="http://schemas.microsoft.com/office/drawing/2014/main" id="{34DE9D20-D6C2-4834-9EE9-EC583F3FE5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a:extLst>
              <a:ext uri="{FF2B5EF4-FFF2-40B4-BE49-F238E27FC236}">
                <a16:creationId xmlns:a16="http://schemas.microsoft.com/office/drawing/2014/main" id="{18E6700D-1968-457A-86D6-0832EF451D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1" y="0"/>
            <a:ext cx="6064235" cy="6858000"/>
            <a:chOff x="651279" y="598259"/>
            <a:chExt cx="10889442" cy="5680742"/>
          </a:xfrm>
        </p:grpSpPr>
        <p:sp>
          <p:nvSpPr>
            <p:cNvPr id="21" name="Color">
              <a:extLst>
                <a:ext uri="{FF2B5EF4-FFF2-40B4-BE49-F238E27FC236}">
                  <a16:creationId xmlns:a16="http://schemas.microsoft.com/office/drawing/2014/main" id="{9A7755BA-576D-4BEE-915E-597F992484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Color">
              <a:extLst>
                <a:ext uri="{FF2B5EF4-FFF2-40B4-BE49-F238E27FC236}">
                  <a16:creationId xmlns:a16="http://schemas.microsoft.com/office/drawing/2014/main" id="{67CB0A79-D73C-4261-AC57-EAF4BD0BC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Picture 6">
            <a:extLst>
              <a:ext uri="{FF2B5EF4-FFF2-40B4-BE49-F238E27FC236}">
                <a16:creationId xmlns:a16="http://schemas.microsoft.com/office/drawing/2014/main" id="{2F2993E9-EB0F-2460-2686-C9653C047F7F}"/>
              </a:ext>
            </a:extLst>
          </p:cNvPr>
          <p:cNvPicPr>
            <a:picLocks noChangeAspect="1"/>
          </p:cNvPicPr>
          <p:nvPr/>
        </p:nvPicPr>
        <p:blipFill>
          <a:blip r:embed="rId3"/>
          <a:srcRect r="1" b="42"/>
          <a:stretch>
            <a:fillRect/>
          </a:stretch>
        </p:blipFill>
        <p:spPr>
          <a:xfrm>
            <a:off x="6518833" y="932787"/>
            <a:ext cx="2481812" cy="2480799"/>
          </a:xfrm>
          <a:prstGeom prst="rect">
            <a:avLst/>
          </a:prstGeom>
        </p:spPr>
      </p:pic>
      <p:pic>
        <p:nvPicPr>
          <p:cNvPr id="11" name="Picture 10">
            <a:extLst>
              <a:ext uri="{FF2B5EF4-FFF2-40B4-BE49-F238E27FC236}">
                <a16:creationId xmlns:a16="http://schemas.microsoft.com/office/drawing/2014/main" id="{38185191-3064-CFE8-310C-925BE04C9B40}"/>
              </a:ext>
            </a:extLst>
          </p:cNvPr>
          <p:cNvPicPr>
            <a:picLocks noChangeAspect="1"/>
          </p:cNvPicPr>
          <p:nvPr/>
        </p:nvPicPr>
        <p:blipFill>
          <a:blip r:embed="rId4"/>
          <a:srcRect l="5049" r="4705" b="2"/>
          <a:stretch>
            <a:fillRect/>
          </a:stretch>
        </p:blipFill>
        <p:spPr>
          <a:xfrm>
            <a:off x="9056394" y="919877"/>
            <a:ext cx="2477468" cy="2493709"/>
          </a:xfrm>
          <a:prstGeom prst="rect">
            <a:avLst/>
          </a:prstGeom>
        </p:spPr>
      </p:pic>
      <p:pic>
        <p:nvPicPr>
          <p:cNvPr id="5" name="Picture 4">
            <a:extLst>
              <a:ext uri="{FF2B5EF4-FFF2-40B4-BE49-F238E27FC236}">
                <a16:creationId xmlns:a16="http://schemas.microsoft.com/office/drawing/2014/main" id="{637F8537-C6C0-5538-9ADC-76E4CA66779B}"/>
              </a:ext>
            </a:extLst>
          </p:cNvPr>
          <p:cNvPicPr>
            <a:picLocks noChangeAspect="1"/>
          </p:cNvPicPr>
          <p:nvPr/>
        </p:nvPicPr>
        <p:blipFill>
          <a:blip r:embed="rId5"/>
          <a:srcRect r="-1" b="40"/>
          <a:stretch>
            <a:fillRect/>
          </a:stretch>
        </p:blipFill>
        <p:spPr>
          <a:xfrm>
            <a:off x="6518833" y="3470432"/>
            <a:ext cx="2481812" cy="2480799"/>
          </a:xfrm>
          <a:prstGeom prst="rect">
            <a:avLst/>
          </a:prstGeom>
        </p:spPr>
      </p:pic>
      <p:pic>
        <p:nvPicPr>
          <p:cNvPr id="9" name="Picture 8">
            <a:extLst>
              <a:ext uri="{FF2B5EF4-FFF2-40B4-BE49-F238E27FC236}">
                <a16:creationId xmlns:a16="http://schemas.microsoft.com/office/drawing/2014/main" id="{716E3FFA-B1C7-DE96-0960-FB16D037B5A0}"/>
              </a:ext>
            </a:extLst>
          </p:cNvPr>
          <p:cNvPicPr>
            <a:picLocks noChangeAspect="1"/>
          </p:cNvPicPr>
          <p:nvPr/>
        </p:nvPicPr>
        <p:blipFill>
          <a:blip r:embed="rId6"/>
          <a:srcRect t="1917" r="-4" b="3288"/>
          <a:stretch>
            <a:fillRect/>
          </a:stretch>
        </p:blipFill>
        <p:spPr>
          <a:xfrm>
            <a:off x="9056394" y="3463675"/>
            <a:ext cx="2477468" cy="2493709"/>
          </a:xfrm>
          <a:prstGeom prst="rect">
            <a:avLst/>
          </a:prstGeom>
        </p:spPr>
      </p:pic>
      <p:grpSp>
        <p:nvGrpSpPr>
          <p:cNvPr id="24" name="Group 23">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5" name="Freeform: Shape 24">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786385" y="841249"/>
            <a:ext cx="4827936" cy="2572337"/>
          </a:xfrm>
        </p:spPr>
        <p:txBody>
          <a:bodyPr vert="horz" lIns="91440" tIns="45720" rIns="91440" bIns="45720" rtlCol="0" anchor="b">
            <a:normAutofit/>
          </a:bodyPr>
          <a:lstStyle/>
          <a:p>
            <a:r>
              <a:rPr lang="en-US" sz="4800" kern="1200">
                <a:solidFill>
                  <a:schemeClr val="bg1"/>
                </a:solidFill>
                <a:latin typeface="+mj-lt"/>
                <a:ea typeface="+mj-ea"/>
                <a:cs typeface="+mj-cs"/>
              </a:rPr>
              <a:t>Choosing the Right AI Provider</a:t>
            </a:r>
          </a:p>
        </p:txBody>
      </p:sp>
      <p:sp>
        <p:nvSpPr>
          <p:cNvPr id="3" name="Content Placeholder 2"/>
          <p:cNvSpPr>
            <a:spLocks noGrp="1"/>
          </p:cNvSpPr>
          <p:nvPr>
            <p:ph idx="1"/>
          </p:nvPr>
        </p:nvSpPr>
        <p:spPr>
          <a:xfrm>
            <a:off x="786383" y="3463675"/>
            <a:ext cx="4827936" cy="2717669"/>
          </a:xfrm>
        </p:spPr>
        <p:txBody>
          <a:bodyPr vert="horz" lIns="91440" tIns="45720" rIns="91440" bIns="45720" rtlCol="0" anchor="t">
            <a:normAutofit/>
          </a:bodyPr>
          <a:lstStyle/>
          <a:p>
            <a:r>
              <a:rPr lang="en-US" sz="1700">
                <a:solidFill>
                  <a:schemeClr val="bg1"/>
                </a:solidFill>
                <a:ea typeface="+mn-ea"/>
                <a:cs typeface="+mn-cs"/>
              </a:rPr>
              <a:t>Evaluate providers across cost, quality, and availability.</a:t>
            </a:r>
          </a:p>
          <a:p>
            <a:r>
              <a:rPr lang="en-US" sz="1700">
                <a:solidFill>
                  <a:schemeClr val="bg1"/>
                </a:solidFill>
                <a:ea typeface="+mn-ea"/>
                <a:cs typeface="+mn-cs"/>
              </a:rPr>
              <a:t>Consider data privacy policies for your organization.</a:t>
            </a:r>
          </a:p>
          <a:p>
            <a:r>
              <a:rPr lang="en-US" sz="1700">
                <a:solidFill>
                  <a:schemeClr val="bg1"/>
                </a:solidFill>
                <a:ea typeface="+mn-ea"/>
                <a:cs typeface="+mn-cs"/>
              </a:rPr>
              <a:t>Review model performance for educational content tasks.</a:t>
            </a:r>
          </a:p>
          <a:p>
            <a:r>
              <a:rPr lang="en-US" sz="1700">
                <a:solidFill>
                  <a:schemeClr val="bg1"/>
                </a:solidFill>
                <a:ea typeface="+mn-ea"/>
                <a:cs typeface="+mn-cs"/>
              </a:rPr>
              <a:t>Check provider availability in your region.</a:t>
            </a:r>
          </a:p>
          <a:p>
            <a:r>
              <a:rPr lang="en-US" sz="1700">
                <a:solidFill>
                  <a:schemeClr val="bg1"/>
                </a:solidFill>
                <a:ea typeface="+mn-ea"/>
                <a:cs typeface="+mn-cs"/>
              </a:rPr>
              <a:t>You may configure multiple provider keys simultaneously.</a:t>
            </a:r>
          </a:p>
          <a:p>
            <a:endParaRPr lang="en-US" sz="1700">
              <a:solidFill>
                <a:schemeClr val="bg1"/>
              </a:solidFill>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4200" kern="1200">
                <a:solidFill>
                  <a:schemeClr val="tx1"/>
                </a:solidFill>
                <a:latin typeface="+mj-lt"/>
                <a:ea typeface="+mj-ea"/>
                <a:cs typeface="+mj-cs"/>
              </a:rPr>
              <a:t>Understanding API Keys</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700">
                <a:ea typeface="+mn-ea"/>
                <a:cs typeface="+mn-cs"/>
              </a:rPr>
              <a:t>An API key is a unique alphanumeric credential string.</a:t>
            </a:r>
          </a:p>
          <a:p>
            <a:r>
              <a:rPr lang="en-US" sz="1700">
                <a:ea typeface="+mn-ea"/>
                <a:cs typeface="+mn-cs"/>
              </a:rPr>
              <a:t>Providers issue keys to authorize access to their models.</a:t>
            </a:r>
          </a:p>
          <a:p>
            <a:r>
              <a:rPr lang="en-US" sz="1700">
                <a:ea typeface="+mn-ea"/>
                <a:cs typeface="+mn-cs"/>
              </a:rPr>
              <a:t>The key links your PreseMaker session to your provider account.</a:t>
            </a:r>
          </a:p>
          <a:p>
            <a:r>
              <a:rPr lang="en-US" sz="1700">
                <a:ea typeface="+mn-ea"/>
                <a:cs typeface="+mn-cs"/>
              </a:rPr>
              <a:t>Each supported provider issues its own separate key.</a:t>
            </a:r>
          </a:p>
          <a:p>
            <a:r>
              <a:rPr lang="en-US" sz="1700">
                <a:ea typeface="+mn-ea"/>
                <a:cs typeface="+mn-cs"/>
              </a:rPr>
              <a:t>The key is attached to every AI request PreseMaker sends.</a:t>
            </a:r>
          </a:p>
          <a:p>
            <a:endParaRPr lang="en-US" sz="1700">
              <a:ea typeface="+mn-ea"/>
              <a:cs typeface="+mn-cs"/>
            </a:endParaRPr>
          </a:p>
        </p:txBody>
      </p:sp>
      <p:pic>
        <p:nvPicPr>
          <p:cNvPr id="5" name="Picture 4">
            <a:extLst>
              <a:ext uri="{FF2B5EF4-FFF2-40B4-BE49-F238E27FC236}">
                <a16:creationId xmlns:a16="http://schemas.microsoft.com/office/drawing/2014/main" id="{C2BAFB7D-7123-5220-B561-16C9682B1B21}"/>
              </a:ext>
            </a:extLst>
          </p:cNvPr>
          <p:cNvPicPr>
            <a:picLocks noChangeAspect="1"/>
          </p:cNvPicPr>
          <p:nvPr/>
        </p:nvPicPr>
        <p:blipFill>
          <a:blip r:embed="rId3"/>
          <a:stretch>
            <a:fillRect/>
          </a:stretch>
        </p:blipFill>
        <p:spPr>
          <a:xfrm>
            <a:off x="4654296" y="1590885"/>
            <a:ext cx="6903720" cy="36762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Obtaining Your API Key — Getting Started</a:t>
            </a:r>
          </a:p>
        </p:txBody>
      </p:sp>
      <p:sp>
        <p:nvSpPr>
          <p:cNvPr id="12"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900">
                <a:ea typeface="+mn-ea"/>
                <a:cs typeface="+mn-cs"/>
              </a:rPr>
              <a:t>Decide which AI provider you want to connect first.</a:t>
            </a:r>
          </a:p>
          <a:p>
            <a:r>
              <a:rPr lang="en-US" sz="1900">
                <a:ea typeface="+mn-ea"/>
                <a:cs typeface="+mn-cs"/>
              </a:rPr>
              <a:t>Visit the provider's official website to register.</a:t>
            </a:r>
          </a:p>
          <a:p>
            <a:r>
              <a:rPr lang="en-US" sz="1900">
                <a:ea typeface="+mn-ea"/>
                <a:cs typeface="+mn-cs"/>
              </a:rPr>
              <a:t>Create an account using your email and credentials.</a:t>
            </a:r>
          </a:p>
          <a:p>
            <a:r>
              <a:rPr lang="en-US" sz="1900">
                <a:ea typeface="+mn-ea"/>
                <a:cs typeface="+mn-cs"/>
              </a:rPr>
              <a:t>Log in to access the provider's developer dashboard.</a:t>
            </a:r>
          </a:p>
          <a:p>
            <a:r>
              <a:rPr lang="en-US" sz="1900">
                <a:ea typeface="+mn-ea"/>
                <a:cs typeface="+mn-cs"/>
              </a:rPr>
              <a:t>Locate the API Keys section within account settings.</a:t>
            </a:r>
          </a:p>
          <a:p>
            <a:endParaRPr lang="en-US" sz="1900">
              <a:ea typeface="+mn-ea"/>
              <a:cs typeface="+mn-cs"/>
            </a:endParaRPr>
          </a:p>
        </p:txBody>
      </p:sp>
      <p:pic>
        <p:nvPicPr>
          <p:cNvPr id="5" name="Picture 4">
            <a:extLst>
              <a:ext uri="{FF2B5EF4-FFF2-40B4-BE49-F238E27FC236}">
                <a16:creationId xmlns:a16="http://schemas.microsoft.com/office/drawing/2014/main" id="{DD855048-4B9D-68F0-F983-431EFF8EC38F}"/>
              </a:ext>
            </a:extLst>
          </p:cNvPr>
          <p:cNvPicPr>
            <a:picLocks noChangeAspect="1"/>
          </p:cNvPicPr>
          <p:nvPr/>
        </p:nvPicPr>
        <p:blipFill>
          <a:blip r:embed="rId3"/>
          <a:stretch>
            <a:fillRect/>
          </a:stretch>
        </p:blipFill>
        <p:spPr>
          <a:xfrm>
            <a:off x="4654296" y="952290"/>
            <a:ext cx="6903720" cy="49534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548640"/>
            <a:ext cx="3600860" cy="5431536"/>
          </a:xfrm>
        </p:spPr>
        <p:txBody>
          <a:bodyPr vert="horz" lIns="91440" tIns="45720" rIns="91440" bIns="45720" rtlCol="0" anchor="ctr">
            <a:normAutofit/>
          </a:bodyPr>
          <a:lstStyle/>
          <a:p>
            <a:r>
              <a:rPr lang="en-US" sz="5400" kern="1200">
                <a:solidFill>
                  <a:schemeClr val="tx1"/>
                </a:solidFill>
                <a:latin typeface="+mj-lt"/>
                <a:ea typeface="+mj-ea"/>
                <a:cs typeface="+mj-cs"/>
              </a:rPr>
              <a:t>Generating and Securing Your API Key</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126418" y="552091"/>
            <a:ext cx="6224335" cy="5431536"/>
          </a:xfrm>
        </p:spPr>
        <p:txBody>
          <a:bodyPr vert="horz" lIns="91440" tIns="45720" rIns="91440" bIns="45720" rtlCol="0" anchor="ctr">
            <a:normAutofit/>
          </a:bodyPr>
          <a:lstStyle/>
          <a:p>
            <a:r>
              <a:rPr lang="en-US" sz="2200">
                <a:ea typeface="+mn-ea"/>
                <a:cs typeface="+mn-cs"/>
              </a:rPr>
              <a:t>Use the provider's dashboard to generate a new key.</a:t>
            </a:r>
          </a:p>
          <a:p>
            <a:r>
              <a:rPr lang="en-US" sz="2200">
                <a:ea typeface="+mn-ea"/>
                <a:cs typeface="+mn-cs"/>
              </a:rPr>
              <a:t>Name the key clearly for easy identification later.</a:t>
            </a:r>
          </a:p>
          <a:p>
            <a:r>
              <a:rPr lang="en-US" sz="2200">
                <a:ea typeface="+mn-ea"/>
                <a:cs typeface="+mn-cs"/>
              </a:rPr>
              <a:t>Copy the key immediately after it is displayed.</a:t>
            </a:r>
          </a:p>
          <a:p>
            <a:r>
              <a:rPr lang="en-US" sz="2200">
                <a:ea typeface="+mn-ea"/>
                <a:cs typeface="+mn-cs"/>
              </a:rPr>
              <a:t>Most providers will not show the key again after creation.</a:t>
            </a:r>
          </a:p>
          <a:p>
            <a:r>
              <a:rPr lang="en-US" sz="2200">
                <a:ea typeface="+mn-ea"/>
                <a:cs typeface="+mn-cs"/>
              </a:rPr>
              <a:t>Store the key in a secure password manager or vault.</a:t>
            </a:r>
          </a:p>
          <a:p>
            <a:endParaRPr lang="en-US" sz="2200">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3400" kern="1200">
                <a:solidFill>
                  <a:schemeClr val="tx1"/>
                </a:solidFill>
                <a:latin typeface="+mj-lt"/>
                <a:ea typeface="+mj-ea"/>
                <a:cs typeface="+mj-cs"/>
              </a:rPr>
              <a:t>Entering Your API Key in PreseMaker Settings</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700">
                <a:ea typeface="+mn-ea"/>
                <a:cs typeface="+mn-cs"/>
              </a:rPr>
              <a:t>Open PreseMaker and navigate to the Settings screen.</a:t>
            </a:r>
          </a:p>
          <a:p>
            <a:r>
              <a:rPr lang="en-US" sz="1700">
                <a:ea typeface="+mn-ea"/>
                <a:cs typeface="+mn-cs"/>
              </a:rPr>
              <a:t>Find the AI Provider Keys configuration section.</a:t>
            </a:r>
          </a:p>
          <a:p>
            <a:r>
              <a:rPr lang="en-US" sz="1700">
                <a:ea typeface="+mn-ea"/>
                <a:cs typeface="+mn-cs"/>
              </a:rPr>
              <a:t>Each provider has its own dedicated key entry field.</a:t>
            </a:r>
          </a:p>
          <a:p>
            <a:r>
              <a:rPr lang="en-US" sz="1700">
                <a:ea typeface="+mn-ea"/>
                <a:cs typeface="+mn-cs"/>
              </a:rPr>
              <a:t>Paste your API key into the correct provider's field.</a:t>
            </a:r>
          </a:p>
          <a:p>
            <a:r>
              <a:rPr lang="en-US" sz="1700">
                <a:ea typeface="+mn-ea"/>
                <a:cs typeface="+mn-cs"/>
              </a:rPr>
              <a:t>Double-check the key for accuracy before saving.</a:t>
            </a:r>
          </a:p>
          <a:p>
            <a:endParaRPr lang="en-US" sz="1700">
              <a:ea typeface="+mn-ea"/>
              <a:cs typeface="+mn-cs"/>
            </a:endParaRPr>
          </a:p>
        </p:txBody>
      </p:sp>
      <p:pic>
        <p:nvPicPr>
          <p:cNvPr id="5" name="Picture 4">
            <a:extLst>
              <a:ext uri="{FF2B5EF4-FFF2-40B4-BE49-F238E27FC236}">
                <a16:creationId xmlns:a16="http://schemas.microsoft.com/office/drawing/2014/main" id="{8D53D9A4-B7C8-2D78-3BB1-8B482272BDFE}"/>
              </a:ext>
            </a:extLst>
          </p:cNvPr>
          <p:cNvPicPr>
            <a:picLocks noChangeAspect="1"/>
          </p:cNvPicPr>
          <p:nvPr/>
        </p:nvPicPr>
        <p:blipFill>
          <a:blip r:embed="rId3"/>
          <a:stretch>
            <a:fillRect/>
          </a:stretch>
        </p:blipFill>
        <p:spPr>
          <a:xfrm>
            <a:off x="4654296" y="943661"/>
            <a:ext cx="6903720" cy="497067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548640"/>
            <a:ext cx="3600860" cy="5431536"/>
          </a:xfrm>
        </p:spPr>
        <p:txBody>
          <a:bodyPr vert="horz" lIns="91440" tIns="45720" rIns="91440" bIns="45720" rtlCol="0" anchor="ctr">
            <a:normAutofit/>
          </a:bodyPr>
          <a:lstStyle/>
          <a:p>
            <a:r>
              <a:rPr lang="en-US" sz="5400" kern="1200">
                <a:solidFill>
                  <a:schemeClr val="tx1"/>
                </a:solidFill>
                <a:latin typeface="+mj-lt"/>
                <a:ea typeface="+mj-ea"/>
                <a:cs typeface="+mj-cs"/>
              </a:rPr>
              <a:t>Saving and Confirming Your API Key Entry</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126418" y="552091"/>
            <a:ext cx="6224335" cy="5431536"/>
          </a:xfrm>
        </p:spPr>
        <p:txBody>
          <a:bodyPr vert="horz" lIns="91440" tIns="45720" rIns="91440" bIns="45720" rtlCol="0" anchor="ctr">
            <a:normAutofit/>
          </a:bodyPr>
          <a:lstStyle/>
          <a:p>
            <a:r>
              <a:rPr lang="en-US" sz="2200">
                <a:ea typeface="+mn-ea"/>
                <a:cs typeface="+mn-cs"/>
              </a:rPr>
              <a:t>Click Save after entering your API key.</a:t>
            </a:r>
          </a:p>
          <a:p>
            <a:r>
              <a:rPr lang="en-US" sz="2200">
                <a:ea typeface="+mn-ea"/>
                <a:cs typeface="+mn-cs"/>
              </a:rPr>
              <a:t>PreseMaker will store and activate the connection.</a:t>
            </a:r>
          </a:p>
          <a:p>
            <a:r>
              <a:rPr lang="en-US" sz="2200">
                <a:ea typeface="+mn-ea"/>
                <a:cs typeface="+mn-cs"/>
              </a:rPr>
              <a:t>Look for a confirmation message or success indicator.</a:t>
            </a:r>
          </a:p>
          <a:p>
            <a:r>
              <a:rPr lang="en-US" sz="2200">
                <a:ea typeface="+mn-ea"/>
                <a:cs typeface="+mn-cs"/>
              </a:rPr>
              <a:t>Test AI features to verify the connection is working.</a:t>
            </a:r>
          </a:p>
          <a:p>
            <a:r>
              <a:rPr lang="en-US" sz="2200">
                <a:ea typeface="+mn-ea"/>
                <a:cs typeface="+mn-cs"/>
              </a:rPr>
              <a:t>Re-enter the key if PreseMaker reports an error.</a:t>
            </a:r>
          </a:p>
          <a:p>
            <a:endParaRPr lang="en-US" sz="2200">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DD8950D-004B-ACEF-DE83-F83FE2CF9AD7}"/>
              </a:ext>
            </a:extLst>
          </p:cNvPr>
          <p:cNvPicPr>
            <a:picLocks noChangeAspect="1"/>
          </p:cNvPicPr>
          <p:nvPr/>
        </p:nvPicPr>
        <p:blipFill>
          <a:blip r:embed="rId3">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ea typeface="+mj-ea"/>
                <a:cs typeface="+mj-cs"/>
              </a:rPr>
              <a:t>Troubleshooting Common Key Entry Issues</a:t>
            </a:r>
          </a:p>
        </p:txBody>
      </p:sp>
      <p:graphicFrame>
        <p:nvGraphicFramePr>
          <p:cNvPr id="5" name="Content Placeholder 2">
            <a:extLst>
              <a:ext uri="{FF2B5EF4-FFF2-40B4-BE49-F238E27FC236}">
                <a16:creationId xmlns:a16="http://schemas.microsoft.com/office/drawing/2014/main" id="{1FDE1999-228F-E5B8-D01C-0E673504B25A}"/>
              </a:ext>
            </a:extLst>
          </p:cNvPr>
          <p:cNvGraphicFramePr>
            <a:graphicFrameLocks noGrp="1"/>
          </p:cNvGraphicFramePr>
          <p:nvPr>
            <p:ph idx="1"/>
            <p:extLst>
              <p:ext uri="{D42A27DB-BD31-4B8C-83A1-F6EECF244321}">
                <p14:modId xmlns:p14="http://schemas.microsoft.com/office/powerpoint/2010/main" val="130064335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548640"/>
            <a:ext cx="3600860" cy="5431536"/>
          </a:xfrm>
        </p:spPr>
        <p:txBody>
          <a:bodyPr vert="horz" lIns="91440" tIns="45720" rIns="91440" bIns="45720" rtlCol="0" anchor="ctr">
            <a:normAutofit/>
          </a:bodyPr>
          <a:lstStyle/>
          <a:p>
            <a:r>
              <a:rPr lang="en-US" sz="5400" kern="1200">
                <a:solidFill>
                  <a:schemeClr val="tx1"/>
                </a:solidFill>
                <a:latin typeface="+mj-lt"/>
                <a:ea typeface="+mj-ea"/>
                <a:cs typeface="+mj-cs"/>
              </a:rPr>
              <a:t>API Key Encryption and Local Storage</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126418" y="552091"/>
            <a:ext cx="6224335" cy="5431536"/>
          </a:xfrm>
        </p:spPr>
        <p:txBody>
          <a:bodyPr vert="horz" lIns="91440" tIns="45720" rIns="91440" bIns="45720" rtlCol="0" anchor="ctr">
            <a:normAutofit/>
          </a:bodyPr>
          <a:lstStyle/>
          <a:p>
            <a:r>
              <a:rPr lang="en-US" sz="2200">
                <a:ea typeface="+mn-ea"/>
                <a:cs typeface="+mn-cs"/>
              </a:rPr>
              <a:t>PreseMaker stores API keys locally on your device only.</a:t>
            </a:r>
          </a:p>
          <a:p>
            <a:r>
              <a:rPr lang="en-US" sz="2200">
                <a:ea typeface="+mn-ea"/>
                <a:cs typeface="+mn-cs"/>
              </a:rPr>
              <a:t>Keys are never sent to PreseMaker's servers or cloud.</a:t>
            </a:r>
          </a:p>
          <a:p>
            <a:r>
              <a:rPr lang="en-US" sz="2200">
                <a:ea typeface="+mn-ea"/>
                <a:cs typeface="+mn-cs"/>
              </a:rPr>
              <a:t>Encryption is applied before writing the key to storage.</a:t>
            </a:r>
          </a:p>
          <a:p>
            <a:r>
              <a:rPr lang="en-US" sz="2200">
                <a:ea typeface="+mn-ea"/>
                <a:cs typeface="+mn-cs"/>
              </a:rPr>
              <a:t>Raw key values are never stored in a readable format.</a:t>
            </a:r>
          </a:p>
          <a:p>
            <a:r>
              <a:rPr lang="en-US" sz="2200">
                <a:ea typeface="+mn-ea"/>
                <a:cs typeface="+mn-cs"/>
              </a:rPr>
              <a:t>Local storage eliminates risk from large-scale data breaches.</a:t>
            </a:r>
          </a:p>
          <a:p>
            <a:endParaRPr lang="en-US" sz="2200">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5369"/>
            <a:ext cx="4368602" cy="1956841"/>
          </a:xfrm>
        </p:spPr>
        <p:txBody>
          <a:bodyPr vert="horz" lIns="91440" tIns="45720" rIns="91440" bIns="45720" rtlCol="0" anchor="b">
            <a:normAutofit/>
          </a:bodyPr>
          <a:lstStyle/>
          <a:p>
            <a:r>
              <a:rPr lang="en-US" sz="4600">
                <a:ea typeface="+mj-ea"/>
                <a:cs typeface="+mj-cs"/>
              </a:rPr>
              <a:t>Addressing Privacy Concerns</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0080" y="2872899"/>
            <a:ext cx="4243589" cy="3320668"/>
          </a:xfrm>
        </p:spPr>
        <p:txBody>
          <a:bodyPr vert="horz" lIns="91440" tIns="45720" rIns="91440" bIns="45720" rtlCol="0">
            <a:normAutofit/>
          </a:bodyPr>
          <a:lstStyle/>
          <a:p>
            <a:r>
              <a:rPr lang="en-US" sz="1900">
                <a:ea typeface="+mn-ea"/>
                <a:cs typeface="+mn-cs"/>
              </a:rPr>
              <a:t>Entering a key into PreseMaker is safe by design.</a:t>
            </a:r>
          </a:p>
          <a:p>
            <a:r>
              <a:rPr lang="en-US" sz="1900">
                <a:ea typeface="+mn-ea"/>
                <a:cs typeface="+mn-cs"/>
              </a:rPr>
              <a:t>Keys are only transmitted to your chosen AI provider.</a:t>
            </a:r>
          </a:p>
          <a:p>
            <a:r>
              <a:rPr lang="en-US" sz="1900">
                <a:ea typeface="+mn-ea"/>
                <a:cs typeface="+mn-cs"/>
              </a:rPr>
              <a:t>PreseMaker's architecture prevents third-party key exposure.</a:t>
            </a:r>
          </a:p>
          <a:p>
            <a:r>
              <a:rPr lang="en-US" sz="1900">
                <a:ea typeface="+mn-ea"/>
                <a:cs typeface="+mn-cs"/>
              </a:rPr>
              <a:t>Your key authenticates requests — it is not shared further.</a:t>
            </a:r>
          </a:p>
          <a:p>
            <a:r>
              <a:rPr lang="en-US" sz="1900">
                <a:ea typeface="+mn-ea"/>
                <a:cs typeface="+mn-cs"/>
              </a:rPr>
              <a:t>PreseMaker does not log or transmit your key externally.</a:t>
            </a:r>
          </a:p>
          <a:p>
            <a:endParaRPr lang="en-US" sz="1900">
              <a:ea typeface="+mn-ea"/>
              <a:cs typeface="+mn-cs"/>
            </a:endParaRPr>
          </a:p>
        </p:txBody>
      </p:sp>
      <p:pic>
        <p:nvPicPr>
          <p:cNvPr id="5" name="Picture 4" descr="Hand holding keys">
            <a:extLst>
              <a:ext uri="{FF2B5EF4-FFF2-40B4-BE49-F238E27FC236}">
                <a16:creationId xmlns:a16="http://schemas.microsoft.com/office/drawing/2014/main" id="{FE9719B3-1BF7-14DF-619E-E8F4455B24AC}"/>
              </a:ext>
            </a:extLst>
          </p:cNvPr>
          <p:cNvPicPr>
            <a:picLocks noChangeAspect="1"/>
          </p:cNvPicPr>
          <p:nvPr/>
        </p:nvPicPr>
        <p:blipFill>
          <a:blip r:embed="rId3"/>
          <a:srcRect l="25034" r="8013"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5369"/>
            <a:ext cx="4368602" cy="1956841"/>
          </a:xfrm>
        </p:spPr>
        <p:txBody>
          <a:bodyPr vert="horz" lIns="91440" tIns="45720" rIns="91440" bIns="45720" rtlCol="0" anchor="b">
            <a:normAutofit/>
          </a:bodyPr>
          <a:lstStyle/>
          <a:p>
            <a:r>
              <a:rPr lang="en-US" sz="4200">
                <a:ea typeface="+mj-ea"/>
                <a:cs typeface="+mj-cs"/>
              </a:rPr>
              <a:t>Your Responsibilities for Key Security</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0080" y="2872899"/>
            <a:ext cx="4243589" cy="3320668"/>
          </a:xfrm>
        </p:spPr>
        <p:txBody>
          <a:bodyPr vert="horz" lIns="91440" tIns="45720" rIns="91440" bIns="45720" rtlCol="0">
            <a:normAutofit/>
          </a:bodyPr>
          <a:lstStyle/>
          <a:p>
            <a:r>
              <a:rPr lang="en-US" sz="1900">
                <a:ea typeface="+mn-ea"/>
                <a:cs typeface="+mn-cs"/>
              </a:rPr>
              <a:t>Never share your API key with unauthorized individuals.</a:t>
            </a:r>
          </a:p>
          <a:p>
            <a:r>
              <a:rPr lang="en-US" sz="1900">
                <a:ea typeface="+mn-ea"/>
                <a:cs typeface="+mn-cs"/>
              </a:rPr>
              <a:t>Revoke and replace keys you suspect are compromised.</a:t>
            </a:r>
          </a:p>
          <a:p>
            <a:r>
              <a:rPr lang="en-US" sz="1900">
                <a:ea typeface="+mn-ea"/>
                <a:cs typeface="+mn-cs"/>
              </a:rPr>
              <a:t>Avoid storing keys in plaintext documents or emails.</a:t>
            </a:r>
          </a:p>
          <a:p>
            <a:r>
              <a:rPr lang="en-US" sz="1900">
                <a:ea typeface="+mn-ea"/>
                <a:cs typeface="+mn-cs"/>
              </a:rPr>
              <a:t>Monitor your provider account for unexpected usage.</a:t>
            </a:r>
          </a:p>
          <a:p>
            <a:r>
              <a:rPr lang="en-US" sz="1900">
                <a:ea typeface="+mn-ea"/>
                <a:cs typeface="+mn-cs"/>
              </a:rPr>
              <a:t>Generate separate keys for different applications or teams.</a:t>
            </a:r>
          </a:p>
          <a:p>
            <a:endParaRPr lang="en-US" sz="1900">
              <a:ea typeface="+mn-ea"/>
              <a:cs typeface="+mn-cs"/>
            </a:endParaRPr>
          </a:p>
        </p:txBody>
      </p:sp>
      <p:pic>
        <p:nvPicPr>
          <p:cNvPr id="5" name="Picture 4" descr="Different types of keys">
            <a:extLst>
              <a:ext uri="{FF2B5EF4-FFF2-40B4-BE49-F238E27FC236}">
                <a16:creationId xmlns:a16="http://schemas.microsoft.com/office/drawing/2014/main" id="{6DFC6ABE-47A4-A36F-6FDF-A3389A643829}"/>
              </a:ext>
            </a:extLst>
          </p:cNvPr>
          <p:cNvPicPr>
            <a:picLocks noChangeAspect="1"/>
          </p:cNvPicPr>
          <p:nvPr/>
        </p:nvPicPr>
        <p:blipFill>
          <a:blip r:embed="rId3"/>
          <a:srcRect l="15232" r="20323"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4200" kern="1200">
                <a:solidFill>
                  <a:schemeClr val="tx1"/>
                </a:solidFill>
                <a:latin typeface="+mj-lt"/>
                <a:ea typeface="+mj-ea"/>
                <a:cs typeface="+mj-cs"/>
              </a:rPr>
              <a:t>Summary and Key Takeaways</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vert="horz" lIns="91440" tIns="45720" rIns="91440" bIns="45720" rtlCol="0" anchor="t">
            <a:normAutofit/>
          </a:bodyPr>
          <a:lstStyle/>
          <a:p>
            <a:r>
              <a:rPr lang="en-US" sz="1700">
                <a:ea typeface="+mn-ea"/>
                <a:cs typeface="+mn-cs"/>
              </a:rPr>
              <a:t>PreseMaker connects to AI providers via API keys.</a:t>
            </a:r>
          </a:p>
          <a:p>
            <a:r>
              <a:rPr lang="en-US" sz="1700">
                <a:ea typeface="+mn-ea"/>
                <a:cs typeface="+mn-cs"/>
              </a:rPr>
              <a:t>Four providers are supported: Claude, Gemini, OpenAI, Mistral.</a:t>
            </a:r>
          </a:p>
          <a:p>
            <a:r>
              <a:rPr lang="en-US" sz="1700">
                <a:ea typeface="+mn-ea"/>
                <a:cs typeface="+mn-cs"/>
              </a:rPr>
              <a:t>Obtain your key from the provider's dashboard before starting.</a:t>
            </a:r>
          </a:p>
          <a:p>
            <a:r>
              <a:rPr lang="en-US" sz="1700">
                <a:ea typeface="+mn-ea"/>
                <a:cs typeface="+mn-cs"/>
              </a:rPr>
              <a:t>Enter keys in PreseMaker Settings — one field per provider.</a:t>
            </a:r>
          </a:p>
          <a:p>
            <a:r>
              <a:rPr lang="en-US" sz="1700">
                <a:ea typeface="+mn-ea"/>
                <a:cs typeface="+mn-cs"/>
              </a:rPr>
              <a:t>PreseMaker encrypts and stores keys locally for your security.</a:t>
            </a:r>
          </a:p>
          <a:p>
            <a:endParaRPr lang="en-US" sz="1700">
              <a:ea typeface="+mn-ea"/>
              <a:cs typeface="+mn-cs"/>
            </a:endParaRPr>
          </a:p>
        </p:txBody>
      </p:sp>
      <p:pic>
        <p:nvPicPr>
          <p:cNvPr id="5" name="Picture 4">
            <a:extLst>
              <a:ext uri="{FF2B5EF4-FFF2-40B4-BE49-F238E27FC236}">
                <a16:creationId xmlns:a16="http://schemas.microsoft.com/office/drawing/2014/main" id="{A83F990D-8021-5045-AF28-70391387E2BC}"/>
              </a:ext>
            </a:extLst>
          </p:cNvPr>
          <p:cNvPicPr>
            <a:picLocks noChangeAspect="1"/>
          </p:cNvPicPr>
          <p:nvPr/>
        </p:nvPicPr>
        <p:blipFill>
          <a:blip r:embed="rId3"/>
          <a:stretch>
            <a:fillRect/>
          </a:stretch>
        </p:blipFill>
        <p:spPr>
          <a:xfrm>
            <a:off x="4654296" y="943661"/>
            <a:ext cx="6903720" cy="497067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f8b35114-6079-4276-ac22-ae80d1dfba98}" enabled="0" method="" siteId="{f8b35114-6079-4276-ac22-ae80d1dfba98}" removed="1"/>
</clbl:labelList>
</file>

<file path=docProps/app.xml><?xml version="1.0" encoding="utf-8"?>
<Properties xmlns="http://schemas.openxmlformats.org/officeDocument/2006/extended-properties" xmlns:vt="http://schemas.openxmlformats.org/officeDocument/2006/docPropsVTypes">
  <TotalTime>0</TotalTime>
  <Words>2236</Words>
  <Application>Microsoft Office PowerPoint</Application>
  <PresentationFormat>Widescreen</PresentationFormat>
  <Paragraphs>94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PreseMkaer Module 3:  AI Providers and API Keys: Setting Up Your Connection</vt:lpstr>
      <vt:lpstr>How PreseMaker Connects to AI Providers</vt:lpstr>
      <vt:lpstr>Overview of Supported AI Providers</vt:lpstr>
      <vt:lpstr>Choosing the Right AI Provider</vt:lpstr>
      <vt:lpstr>Understanding API Keys</vt:lpstr>
      <vt:lpstr>Obtaining Your API Key — Getting Started</vt:lpstr>
      <vt:lpstr>Generating and Securing Your API Key</vt:lpstr>
      <vt:lpstr>Entering Your API Key in PreseMaker Settings</vt:lpstr>
      <vt:lpstr>Saving and Confirming Your API Key Entry</vt:lpstr>
      <vt:lpstr>Troubleshooting Common Key Entry Issues</vt:lpstr>
      <vt:lpstr>API Key Encryption and Local Storage</vt:lpstr>
      <vt:lpstr>Addressing Privacy Concerns</vt:lpstr>
      <vt:lpstr>Your Responsibilities for Key Security</vt:lpstr>
      <vt:lpstr>Summary and 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Providers and API Keys: Setting Up Your Connection</dc:title>
  <dc:creator>PreseMaker</dc:creator>
  <cp:lastModifiedBy>Ronald Eaglin</cp:lastModifiedBy>
  <cp:revision>1</cp:revision>
  <dcterms:created xsi:type="dcterms:W3CDTF">2026-07-09T13:16:02Z</dcterms:created>
  <dcterms:modified xsi:type="dcterms:W3CDTF">2026-07-09T22:27:48Z</dcterms:modified>
</cp:coreProperties>
</file>