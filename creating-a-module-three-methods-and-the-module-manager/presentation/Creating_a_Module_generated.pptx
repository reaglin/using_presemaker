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session on creating modules in PreseMaker. We will walk through all three methods for creating a module, explore the role of the Module Manager, and follow the module lifecycle from empty to content-ready. By the end, you will know which method fits your workflow and how PreseMaker supports you at every step.</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module in PreseMaker is a self-contained learning or presentation package that can be built, managed, and deployed independently. PreseMaker offers three creation methods because teams start from different places — some from nothing, some from local files, and some from remote sources. The Module Manager is where all of these actions begin and are tracked. Regardless of method, the end goal is always a module in a ready state so PreseMaker can generate or display content. Choosing the right method comes down to where your materials are and how your team collaborates.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PreseMaker's AI generation feature allows you to build a module from scratch without any pre-existing files or content. You access this option through the Module Manager, which serves as the entry point for all creation methods. Before generation begins, you must supply required inputs such as topic focus, learning objectives, or other parameters that guide what the AI produces. Once submitted, the AI generates a structured module ready for review and further development. This method takes users from a completely empty state to a structured, content-ready module in a guided progression.</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Method 2 allows you to add a module folder that already exists on your local computer without creating anything new from scratch. Before you begin, you need to know the exact path to the folder on disk. The folder must also meet PreseMaker's structural requirements — it cannot be an arbitrary directory; it must be formatted in a way PreseMaker recognizes as a valid module. You initiate this process through the Module Manager, which guides you to locate and select the folder. After selection, PreseMaker performs a validation check to confirm the folder qualifies. Once validated, the module becomes available for editing and content generation.</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PreseMaker validates the existing folder, it appears in the Module Manager and is available for use. Unlike an AI-generated module that starts empty, a folder-based module may already contain topics and content depending on its history. This means it could be closer to content-ready from the start. If the validation check fails, PreseMaker will surface errors that must be resolved before the module is accessible. Correcting these issues typically involves adjusting the folder structure to meet PreseMaker's requirements.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import method is PreseMaker's third approach to module creation. It is designed for scenarios where the module already exists but is not accessible as a local folder — for example, when a colleague has shared a packaged file or when the module lives in a remote repository. PreseMaker supports two source types: a local packaged file and a remote repository URL. The process follows a guided sequence inside the Module Manager, which acts as the interface for initiating the import, monitoring progress, and confirming the module is correctly ingested and ready for use.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Selecting the right creation method is a practical decision based on your starting point. If you have no existing content at all, AI generation is the fastest path. If you have a module folder already saved locally and structured correctly, adding from disk avoids redundant work. If your module was created elsewhere and is packaged or stored remotely, import is the appropriate choice. Your team's collaboration patterns and the origin of the module content are the key factors. Regardless of which method you choose, the Module Manager is your single entry point.</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Module Manager is the central workspace in PreseMaker where everything related to module creation and management is organized. It presents all current modules in a structured layout so users can immediately see the state of each module and identify gaps. Beyond display, the Module Manager actively guides users — surfacing the steps required to move a module forward. Whether you are generating with AI, adding from disk, or importing, the Module Manager is where you begin and where you track progress. It serves as the single unified hub across all three creation methods.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the Module Manager's most important functions is lifecycle tracking. Every module has a status that reflects where it is in the progression from newly created to fully ready for content generation. These status indicators give users a clear, at-a-glance view of which modules are complete, which are in progress, and which require immediate action. Rather than requiring users to investigate each module individually, the Module Manager surfaces contextual actions based on current status — reducing confusion and keeping workflows efficient.</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module lifecycle describes the progression a module follows after it is created. An AI-generated module starts completely empty — topics must be generated before any content exists. In contrast, modules added from disk or imported may already have topics and content, putting them further along the lifecycle immediately. Regardless of starting point, all modules pass through defined stages. Configuration is a critical stage in this progression, establishing the settings and parameters that content generation depends on. The lifecycle ends — for the purposes of this course — when the module reaches the content-ready state.</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Breaking the lifecycle into stages makes it easier to understand what is required at each point. First, the module is created using AI generation, adding from disk, or importing. Second, topics must exist — either generated by AI or already present in an existing module. Third, configuration establishes the parameters that guide content generation, such as format preferences or generation settings. Fourth, once configuration is complete, the module is content-ready and generation can begin. The Module Manager tracks each of these stages and surfaces the appropriate actions to keep users moving forward.</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Configuration is the bridge between a created module and a content-ready one. Without completing configuration, PreseMaker cannot generate content because it lacks the parameters it needs to function correctly. The Module Manager plays an active role here — it identifies when configuration is incomplete and presents the necessary tasks to the user rather than leaving them to discover the gap themselves. The specific configuration steps required may vary depending on how the module was created and what type of content it will contain.</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Module Manager does not simply display a passive status label for each module. It actively supports users by surfacing the right actions and information at each stage of the lifecycle. If a module is missing configuration, the Manager highlights that gap. If topics have not yet been generated, the Manager makes the next step visible. This active guidance reduces the risk of users skipping critical steps or becoming stuck. The result is a smoother, more consistent progression from the moment a module is created to the point where it is ready for content generation.</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a module in PreseMaker is the fundamental unit of content, and it can be created in three ways depending on your situation. AI generation is for starting from scratch. Adding from disk is for existing local module folders. Importing is for packaged files or remote repository sources. The Module Manager serves as the single hub where all three methods are initiated, tracked, and supported. Every module — regardless of how it was created — follows a lifecycle that concludes at the content-ready state, where content generation can begin. Understanding these methods and how the Module Manager supports each stage will make your work in PreseMaker more efficient and confident.</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Module: Three Methods and the Module Manager</a:t>
            </a:r>
          </a:p>
        </p:txBody>
      </p:sp>
      <p:sp>
        <p:nvSpPr>
          <p:cNvPr id="3" name="Content Placeholder 2"/>
          <p:cNvSpPr>
            <a:spLocks noGrp="1"/>
          </p:cNvSpPr>
          <p:nvPr>
            <p:ph idx="1"/>
          </p:nvPr>
        </p:nvSpPr>
        <p:spPr/>
        <p:txBody>
          <a:bodyPr/>
          <a:lstStyle/>
          <a:p>
            <a:pPr algn="ctr">
              <a:buNone/>
            </a:pPr>
            <a:r>
              <a:rPr lang="en-US" dirty="0"/>
              <a:t>A professional guide to understanding module creation workflows and the Module Manager in PreseMaker.</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Module Creation in PreseMaker</a:t>
            </a:r>
          </a:p>
        </p:txBody>
      </p:sp>
      <p:sp>
        <p:nvSpPr>
          <p:cNvPr id="3" name="Content Placeholder 2"/>
          <p:cNvSpPr>
            <a:spLocks noGrp="1"/>
          </p:cNvSpPr>
          <p:nvPr>
            <p:ph idx="1"/>
          </p:nvPr>
        </p:nvSpPr>
        <p:spPr/>
        <p:txBody>
          <a:bodyPr/>
          <a:lstStyle/>
          <a:p>
            <a:r>
              <a:rPr lang="en-US" dirty="0"/>
              <a:t>A module is PreseMaker's fundamental, self-contained unit of content.</a:t>
            </a:r>
          </a:p>
          <a:p>
            <a:r>
              <a:rPr lang="en-US" dirty="0"/>
              <a:t>Three distinct creation methods support different workflows and starting points.</a:t>
            </a:r>
          </a:p>
          <a:p>
            <a:r>
              <a:rPr lang="en-US" dirty="0"/>
              <a:t>The Module Manager is the central hub for all creation actions.</a:t>
            </a:r>
          </a:p>
          <a:p>
            <a:r>
              <a:rPr lang="en-US" dirty="0"/>
              <a:t>Every method leads to the same goal: a content-ready module.</a:t>
            </a:r>
          </a:p>
          <a:p>
            <a:r>
              <a:rPr lang="en-US" dirty="0"/>
              <a:t>Choosing the right method depends on your materials and workflow.</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1: Generating a New Module with AI</a:t>
            </a:r>
          </a:p>
        </p:txBody>
      </p:sp>
      <p:sp>
        <p:nvSpPr>
          <p:cNvPr id="3" name="Content Placeholder 2"/>
          <p:cNvSpPr>
            <a:spLocks noGrp="1"/>
          </p:cNvSpPr>
          <p:nvPr>
            <p:ph idx="1"/>
          </p:nvPr>
        </p:nvSpPr>
        <p:spPr/>
        <p:txBody>
          <a:bodyPr/>
          <a:lstStyle/>
          <a:p>
            <a:r>
              <a:rPr lang="en-US" dirty="0"/>
              <a:t>AI generation creates a brand-new module with no pre-existing files.</a:t>
            </a:r>
          </a:p>
          <a:p>
            <a:r>
              <a:rPr lang="en-US" dirty="0"/>
              <a:t>Initiate AI-powered creation directly through the Module Manager.</a:t>
            </a:r>
          </a:p>
          <a:p>
            <a:r>
              <a:rPr lang="en-US" dirty="0"/>
              <a:t>Users supply specific inputs to guide content and structure.</a:t>
            </a:r>
          </a:p>
          <a:p>
            <a:r>
              <a:rPr lang="en-US" dirty="0"/>
              <a:t>The AI outputs a structured, review-ready module.</a:t>
            </a:r>
          </a:p>
          <a:p>
            <a:r>
              <a:rPr lang="en-US" dirty="0"/>
              <a:t>The module progresses from empty to content-ready automatically.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2: Adding an Existing Module Folder from Disk</a:t>
            </a:r>
          </a:p>
        </p:txBody>
      </p:sp>
      <p:sp>
        <p:nvSpPr>
          <p:cNvPr id="3" name="Content Placeholder 2"/>
          <p:cNvSpPr>
            <a:spLocks noGrp="1"/>
          </p:cNvSpPr>
          <p:nvPr>
            <p:ph idx="1"/>
          </p:nvPr>
        </p:nvSpPr>
        <p:spPr/>
        <p:txBody>
          <a:bodyPr/>
          <a:lstStyle/>
          <a:p>
            <a:r>
              <a:rPr lang="en-US" dirty="0"/>
              <a:t>Bring a locally stored module folder into PreseMaker without rebuilding.</a:t>
            </a:r>
          </a:p>
          <a:p>
            <a:r>
              <a:rPr lang="en-US" dirty="0"/>
              <a:t>Know the exact folder location on disk before starting.</a:t>
            </a:r>
          </a:p>
          <a:p>
            <a:r>
              <a:rPr lang="en-US" dirty="0"/>
              <a:t>The folder must meet PreseMaker's structural requirements.</a:t>
            </a:r>
          </a:p>
          <a:p>
            <a:r>
              <a:rPr lang="en-US" dirty="0"/>
              <a:t>Add the folder through the Module Manager interface.</a:t>
            </a:r>
          </a:p>
          <a:p>
            <a:r>
              <a:rPr lang="en-US" dirty="0"/>
              <a:t>PreseMaker validates the folder before making it available.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After Adding: Next Steps for Disk-Based Modules</a:t>
            </a:r>
          </a:p>
        </p:txBody>
      </p:sp>
      <p:sp>
        <p:nvSpPr>
          <p:cNvPr id="3" name="Content Placeholder 2"/>
          <p:cNvSpPr>
            <a:spLocks noGrp="1"/>
          </p:cNvSpPr>
          <p:nvPr>
            <p:ph idx="1"/>
          </p:nvPr>
        </p:nvSpPr>
        <p:spPr/>
        <p:txBody>
          <a:bodyPr/>
          <a:lstStyle/>
          <a:p>
            <a:r>
              <a:rPr lang="en-US" dirty="0"/>
              <a:t>Successfully added folders appear immediately in the Module Manager.</a:t>
            </a:r>
          </a:p>
          <a:p>
            <a:r>
              <a:rPr lang="en-US" dirty="0"/>
              <a:t>Existing topics and content may already be present in the folder.</a:t>
            </a:r>
          </a:p>
          <a:p>
            <a:r>
              <a:rPr lang="en-US" dirty="0"/>
              <a:t>The module is ready for editing, configuration, or generation.</a:t>
            </a:r>
          </a:p>
          <a:p>
            <a:r>
              <a:rPr lang="en-US" dirty="0"/>
              <a:t>Validation errors must be resolved before the module is accessible.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3: Importing from a File or Repository</a:t>
            </a:r>
          </a:p>
        </p:txBody>
      </p:sp>
      <p:sp>
        <p:nvSpPr>
          <p:cNvPr id="3" name="Content Placeholder 2"/>
          <p:cNvSpPr>
            <a:spLocks noGrp="1"/>
          </p:cNvSpPr>
          <p:nvPr>
            <p:ph idx="1"/>
          </p:nvPr>
        </p:nvSpPr>
        <p:spPr/>
        <p:txBody>
          <a:bodyPr/>
          <a:lstStyle/>
          <a:p>
            <a:r>
              <a:rPr lang="en-US" dirty="0"/>
              <a:t>Import brings in a module that exists outside the current workspace.</a:t>
            </a:r>
          </a:p>
          <a:p>
            <a:r>
              <a:rPr lang="en-US" dirty="0"/>
              <a:t>Use this method when the source is not a local folder on disk.</a:t>
            </a:r>
          </a:p>
          <a:p>
            <a:r>
              <a:rPr lang="en-US" dirty="0"/>
              <a:t>PreseMaker supports packaged local files and remote repository URLs.</a:t>
            </a:r>
          </a:p>
          <a:p>
            <a:r>
              <a:rPr lang="en-US" dirty="0"/>
              <a:t>A guided sequence in the Module Manager manages the import.</a:t>
            </a:r>
          </a:p>
          <a:p>
            <a:r>
              <a:rPr lang="en-US" dirty="0"/>
              <a:t>The Module Manager provides interface feedback throughout the process.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Each Creation Method</a:t>
            </a:r>
          </a:p>
        </p:txBody>
      </p:sp>
      <p:sp>
        <p:nvSpPr>
          <p:cNvPr id="3" name="Content Placeholder 2"/>
          <p:cNvSpPr>
            <a:spLocks noGrp="1"/>
          </p:cNvSpPr>
          <p:nvPr>
            <p:ph idx="1"/>
          </p:nvPr>
        </p:nvSpPr>
        <p:spPr/>
        <p:txBody>
          <a:bodyPr/>
          <a:lstStyle/>
          <a:p>
            <a:r>
              <a:rPr lang="en-US" dirty="0"/>
              <a:t>Use AI generation when starting from zero with no existing content.</a:t>
            </a:r>
          </a:p>
          <a:p>
            <a:r>
              <a:rPr lang="en-US" dirty="0"/>
              <a:t>Use Add from Disk when a valid local module folder exists.</a:t>
            </a:r>
          </a:p>
          <a:p>
            <a:r>
              <a:rPr lang="en-US" dirty="0"/>
              <a:t>Use Import when the source is a file package or remote repository.</a:t>
            </a:r>
          </a:p>
          <a:p>
            <a:r>
              <a:rPr lang="en-US" dirty="0"/>
              <a:t>Consider team collaboration style and content origin when choosing.</a:t>
            </a:r>
          </a:p>
          <a:p>
            <a:r>
              <a:rPr lang="en-US" dirty="0"/>
              <a:t>The Module Manager supports all three methods from one interface.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Module Manager: Central Hub for Module Setup</a:t>
            </a:r>
          </a:p>
        </p:txBody>
      </p:sp>
      <p:sp>
        <p:nvSpPr>
          <p:cNvPr id="3" name="Content Placeholder 2"/>
          <p:cNvSpPr>
            <a:spLocks noGrp="1"/>
          </p:cNvSpPr>
          <p:nvPr>
            <p:ph idx="1"/>
          </p:nvPr>
        </p:nvSpPr>
        <p:spPr/>
        <p:txBody>
          <a:bodyPr/>
          <a:lstStyle/>
          <a:p>
            <a:r>
              <a:rPr lang="en-US" dirty="0"/>
              <a:t>The Module Manager organizes all module creation and setup activities.</a:t>
            </a:r>
          </a:p>
          <a:p>
            <a:r>
              <a:rPr lang="en-US" dirty="0"/>
              <a:t>It displays all modules in a structured, scannable layout.</a:t>
            </a:r>
          </a:p>
          <a:p>
            <a:r>
              <a:rPr lang="en-US" dirty="0"/>
              <a:t>Users see clearly what exists and what still needs attention.</a:t>
            </a:r>
          </a:p>
          <a:p>
            <a:r>
              <a:rPr lang="en-US" dirty="0"/>
              <a:t>It guides users through required steps toward readiness.</a:t>
            </a:r>
          </a:p>
          <a:p>
            <a:r>
              <a:rPr lang="en-US" dirty="0"/>
              <a:t>It supports all three creation methods from one unified hub.</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Tracking Module Status in the Module Manager</a:t>
            </a:r>
          </a:p>
        </p:txBody>
      </p:sp>
      <p:sp>
        <p:nvSpPr>
          <p:cNvPr id="3" name="Content Placeholder 2"/>
          <p:cNvSpPr>
            <a:spLocks noGrp="1"/>
          </p:cNvSpPr>
          <p:nvPr>
            <p:ph idx="1"/>
          </p:nvPr>
        </p:nvSpPr>
        <p:spPr/>
        <p:txBody>
          <a:bodyPr/>
          <a:lstStyle/>
          <a:p>
            <a:r>
              <a:rPr lang="en-US" dirty="0"/>
              <a:t>The Module Manager tracks each module's lifecycle status.</a:t>
            </a:r>
          </a:p>
          <a:p>
            <a:r>
              <a:rPr lang="en-US" dirty="0"/>
              <a:t>Status ranges from the initial empty state to content-ready.</a:t>
            </a:r>
          </a:p>
          <a:p>
            <a:r>
              <a:rPr lang="en-US" dirty="0"/>
              <a:t>Users see at a glance which modules need action.</a:t>
            </a:r>
          </a:p>
          <a:p>
            <a:r>
              <a:rPr lang="en-US" dirty="0"/>
              <a:t>Status indicators reduce confusion about next steps.</a:t>
            </a:r>
          </a:p>
          <a:p>
            <a:r>
              <a:rPr lang="en-US" dirty="0"/>
              <a:t>The Manager surfaces the right actions at each lifecycle stage.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Empty Module to Content-Ready: The Lifecycle</a:t>
            </a:r>
          </a:p>
        </p:txBody>
      </p:sp>
      <p:sp>
        <p:nvSpPr>
          <p:cNvPr id="3" name="Content Placeholder 2"/>
          <p:cNvSpPr>
            <a:spLocks noGrp="1"/>
          </p:cNvSpPr>
          <p:nvPr>
            <p:ph idx="1"/>
          </p:nvPr>
        </p:nvSpPr>
        <p:spPr/>
        <p:txBody>
          <a:bodyPr/>
          <a:lstStyle/>
          <a:p>
            <a:r>
              <a:rPr lang="en-US" dirty="0"/>
              <a:t>AI-generated modules begin in an empty state requiring topic generation.</a:t>
            </a:r>
          </a:p>
          <a:p>
            <a:r>
              <a:rPr lang="en-US" dirty="0"/>
              <a:t>Disk-added or imported modules may already contain topics and content.</a:t>
            </a:r>
          </a:p>
          <a:p>
            <a:r>
              <a:rPr lang="en-US" dirty="0"/>
              <a:t>Every module passes through defined stages after creation.</a:t>
            </a:r>
          </a:p>
          <a:p>
            <a:r>
              <a:rPr lang="en-US" dirty="0"/>
              <a:t>Configuration steps establish parameters needed for content generation.</a:t>
            </a:r>
          </a:p>
          <a:p>
            <a:r>
              <a:rPr lang="en-US" dirty="0"/>
              <a:t>The content-ready state marks the point where generation can begin.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Lifecycle Stages: A Closer Look</a:t>
            </a:r>
          </a:p>
        </p:txBody>
      </p:sp>
      <p:sp>
        <p:nvSpPr>
          <p:cNvPr id="3" name="Content Placeholder 2"/>
          <p:cNvSpPr>
            <a:spLocks noGrp="1"/>
          </p:cNvSpPr>
          <p:nvPr>
            <p:ph idx="1"/>
          </p:nvPr>
        </p:nvSpPr>
        <p:spPr/>
        <p:txBody>
          <a:bodyPr/>
          <a:lstStyle/>
          <a:p>
            <a:r>
              <a:rPr lang="en-US" dirty="0"/>
              <a:t>Stage 1: Module is created via one of the three methods.</a:t>
            </a:r>
          </a:p>
          <a:p>
            <a:r>
              <a:rPr lang="en-US" dirty="0"/>
              <a:t>Stage 2: Topics are generated or confirmed within the module.</a:t>
            </a:r>
          </a:p>
          <a:p>
            <a:r>
              <a:rPr lang="en-US" dirty="0"/>
              <a:t>Stage 3: Configuration settings are applied to the module.</a:t>
            </a:r>
          </a:p>
          <a:p>
            <a:r>
              <a:rPr lang="en-US" dirty="0"/>
              <a:t>Stage 4: The module reaches the content-ready state.</a:t>
            </a:r>
          </a:p>
          <a:p>
            <a:r>
              <a:rPr lang="en-US" dirty="0"/>
              <a:t>The Module Manager tracks and supports every stage.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Role of Configuration in the Module Lifecycle</a:t>
            </a:r>
          </a:p>
        </p:txBody>
      </p:sp>
      <p:sp>
        <p:nvSpPr>
          <p:cNvPr id="3" name="Content Placeholder 2"/>
          <p:cNvSpPr>
            <a:spLocks noGrp="1"/>
          </p:cNvSpPr>
          <p:nvPr>
            <p:ph idx="1"/>
          </p:nvPr>
        </p:nvSpPr>
        <p:spPr/>
        <p:txBody>
          <a:bodyPr/>
          <a:lstStyle/>
          <a:p>
            <a:r>
              <a:rPr lang="en-US" dirty="0"/>
              <a:t>Configuration occurs between creation and content-ready state.</a:t>
            </a:r>
          </a:p>
          <a:p>
            <a:r>
              <a:rPr lang="en-US" dirty="0"/>
              <a:t>It establishes parameters needed for content generation to succeed.</a:t>
            </a:r>
          </a:p>
          <a:p>
            <a:r>
              <a:rPr lang="en-US" dirty="0"/>
              <a:t>Skipping configuration prevents the module from reaching readiness.</a:t>
            </a:r>
          </a:p>
          <a:p>
            <a:r>
              <a:rPr lang="en-US" dirty="0"/>
              <a:t>The Module Manager surfaces configuration tasks at the right time.</a:t>
            </a:r>
          </a:p>
          <a:p>
            <a:r>
              <a:rPr lang="en-US" dirty="0"/>
              <a:t>Configuration requirements may vary by module type or method used.</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 Module Manager Reinforces Each Lifecycle Stage</a:t>
            </a:r>
          </a:p>
        </p:txBody>
      </p:sp>
      <p:sp>
        <p:nvSpPr>
          <p:cNvPr id="3" name="Content Placeholder 2"/>
          <p:cNvSpPr>
            <a:spLocks noGrp="1"/>
          </p:cNvSpPr>
          <p:nvPr>
            <p:ph idx="1"/>
          </p:nvPr>
        </p:nvSpPr>
        <p:spPr/>
        <p:txBody>
          <a:bodyPr/>
          <a:lstStyle/>
          <a:p>
            <a:r>
              <a:rPr lang="en-US" dirty="0"/>
              <a:t>The Module Manager actively surfaces actions — not just status.</a:t>
            </a:r>
          </a:p>
          <a:p>
            <a:r>
              <a:rPr lang="en-US" dirty="0"/>
              <a:t>It presents relevant tasks based on the current lifecycle stage.</a:t>
            </a:r>
          </a:p>
          <a:p>
            <a:r>
              <a:rPr lang="en-US" dirty="0"/>
              <a:t>Users are guided forward without needing to investigate manually.</a:t>
            </a:r>
          </a:p>
          <a:p>
            <a:r>
              <a:rPr lang="en-US" dirty="0"/>
              <a:t>It reduces errors by highlighting what is missing or incomplete.</a:t>
            </a:r>
          </a:p>
          <a:p>
            <a:r>
              <a:rPr lang="en-US" dirty="0"/>
              <a:t>It supports a smooth progression from creation to content-ready.</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A module is PreseMaker's core self-contained unit of content.</a:t>
            </a:r>
          </a:p>
          <a:p>
            <a:r>
              <a:rPr lang="en-US" dirty="0"/>
              <a:t>Three methods: AI generation, add from disk, and import.</a:t>
            </a:r>
          </a:p>
          <a:p>
            <a:r>
              <a:rPr lang="en-US" dirty="0"/>
              <a:t>Choose the method that matches your starting materials and workflow.</a:t>
            </a:r>
          </a:p>
          <a:p>
            <a:r>
              <a:rPr lang="en-US" dirty="0"/>
              <a:t>The Module Manager is the unified hub for all creation and tracking.</a:t>
            </a:r>
          </a:p>
          <a:p>
            <a:r>
              <a:rPr lang="en-US" dirty="0"/>
              <a:t>Every module lifecycle ends at the content-ready state.</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14</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Creating a Module: Three Methods and the Module Manager</dc:title>
  <dc:creator>PreseMaker</dc:creator>
  <cp:lastModifiedBy>PreseMaker</cp:lastModifiedBy>
  <dcterms:created xsi:type="dcterms:W3CDTF">2026-07-09T13:19:49Z</dcterms:created>
  <dcterms:modified xsi:type="dcterms:W3CDTF">2026-07-09T13:19:49Z</dcterms:modified>
</cp:coreProperties>
</file>