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course on generating presentations and narrated presentations. In this session, we will walk through how the Module Editor uses artificial intelligence to automatically structure PowerPoint slide decks from your module topics, and how you can take that further by adding narration through text-to-speech technology. By the end of this presentation, you will have a clear understanding of both the standard and narrated presentation options and how to use them effectively in your course creation workflow.</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An AI-generated presentation is a PowerPoint slide deck that is automatically built by artificial intelligence based on the topics you have defined within your module. You access this feature directly inside the Module Editor, which is the central workspace for building and managing your course modules. The AI analyzes each individual topic and uses it as the primary input to determine what slides to create and how to organize them. This automation significantly accelerates the course development process by handling a step that would otherwise require considerable manual effort. Importantly, the Module Editor offers two distinct presentation modes: a standard AI-structured slide deck and a narrated presentation that includes embedded audio and timing.</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slide deck generation process starts inside the Module Editor, where the AI-driven tool becomes available once your module topics are set up. The AI analyzes each topic and transforms it into one or more PowerPoint slides, preserving the logical instructional structure of your module. Once your topics are ready, you trigger the generation process, and the AI automatically structures and populates the slides on your behalf. After generation completes, you are presented with an organized slide deck that reflects your module's design, which you can review before finalizing. The last step is completing the generation and exporting the slide deck as a standard PowerPoint file ready for use or distribution.</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narrated presentation is an enhanced version of the standard generated slide deck. Instead of just slides and visual content, it layers in spoken audio and precise timing to create a self-contained learning experience. Speaker notes play a central role here — they serve as the script that gets converted into spoken audio for each individual slide. The platform uses text-to-speech technology to perform this conversion automatically. Timing is then embedded into the presentation so that each slide advances on its own in sync with the audio narration. The final output is a single cohesive file that bundles slides, speaker notes, audio tracks, and timing data together. The key difference between the narrated option and the standard option is that the narrated version adds this audio and timing layer that a standard presentation does not include.</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Speaker notes in a narrated presentation serve a very specific purpose: they are the script for the audio that accompanies each slide, giving learners a spoken explanation of what they see on screen. Notes can be generated automatically by the AI based on your module's topic content, or they can be written and edited manually by the course author — or a combination of both. Because notes are converted directly into speech, it is important to write them the way a person naturally speaks rather than in a formal written style. Effective notes expand on or contextualize the visual content rather than simply reading out every word already displayed on the slide. It is also worth noting that the length of each slide's speaker notes determines how long that slide stays on screen, so note length is a practical tool for controlling the overall pacing of your presentation.</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Before you trigger the text-to-speech conversion process, it is essential to carefully review all per-slide speaker notes. This review step allows you to check for clarity — ensuring each note is easy to understand when heard aloud — as well as accuracy, confirming that the information matches what is shown on the slide. You should also look for consistency in tone and language across the entire presentation. If the AI generated the notes, this is your opportunity to refine them so they match your organization's voice and the specific needs of your audience. Taking the time to review and refine notes before conversion will result in a higher quality narrated presentation and a better experience for learners.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Text-to-speech conversion is the process that transforms your written speaker notes into synthesized spoken audio, powered by Google Cloud Text-to-Speech. To achieve the most natural-sounding output, speaker notes should be written in clear, complete sentences that are optimized for speech rather than visual reading. The platform provides a selection of TTS voice options, allowing you to choose the voice that best fits the tone and intended audience of your presentation. Once you select a voice, the conversion is applied across all slides in the presentation at once, processing each slide's speaker notes into its own individual audio segment. This means every slide gets its own dedicated narration clip derived directly from its corresponding speaker notes.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the initial text-to-speech conversion is complete, you should listen to the generated audio for each slide to assess quality and accuracy. If a particular slide's narration does not sound right — perhaps due to an awkward phrase, mispronunciation, or outdated information — you can update the speaker notes for that slide and regenerate the audio. The regeneration process allows you to address individual slides without having to re-convert the entire presentation. This iterative review and refinement process is important for ensuring that the final narrated presentation meets the quality standards your learners expect. Taking the time to review audio carefully before publishing will result in a more professional and polished output.</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the text-to-speech conversion is complete, the generated audio clips are embedded directly into the PowerPoint file itself. Each slide receives its own dedicated audio clip produced from its speaker notes, making the narration portable and self-contained — no external files or links are required. Slide timing is then configured automatically so that each slide remains visible for exactly the duration of its corresponding narration clip. This synchronization ensures that what the viewer hears aligns precisely with the slide content being displayed at that moment. The combination of embedded audio and automatic timing produces a finished presentation that plays through from start to finish on its own, without requiring a live presenter to advance slides or speak.</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final output of the narrated presentation workflow is a self-playing PowerPoint file that requires no live presenter. Slides advance automatically based on the embedded timing, which is synchronized with the spoken narration for each slide. Because all components — slides, speaker notes, audio tracks, and timing data — are bundled into a single unified file, distributing the presentation is simple and reliable. This format is particularly well-suited for asynchronous and self-paced learning environments, where learners need to access course content independently. Every learner who views the presentation will have the same consistent, repeatable experience, which is a significant advantage over live instructor-led delivery.</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It is helpful to understand the difference between the two presentation modes before you begin. Both modes use the same AI-driven process to structure and generate slides from your module topics, so the starting point is the same. The standard mode produces a clean, visually organized PowerPoint slide deck without any audio component — it is designed to be presented live or used as a standalone visual reference. The narrated mode goes further by adding a layer of spoken audio and automatic slide timing, transforming the deck into a self-contained learning experience. The narrated mode requires that speaker notes be written and reviewed for each slide, since those notes are the source material for the audio. The right choice depends on how your learners will access the content and what kind of delivery experience you want to provide.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get the best results from AI-generated presentations, there are several best practices worth following. First, make sure your module topics are clearly and fully defined before you start the generation process, since the AI uses those topics as its primary input. After generation, always review the AI-produced slide content for accuracy and alignment with your instructional goals before sharing it with learners. When writing speaker notes, keep them conversational and natural-sounding, as they will be spoken aloud through text-to-speech. Think carefully about note length — longer notes will keep a slide on screen longer, so use note length intentionally to control pacing. Finally, take time to select the TTS voice that best fits the tone of your course and the expectations of your audience.</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Let us take a moment to recap what we have covered in this presentation. The AI-powered presentation feature inside the Module Editor automatically generates structured PowerPoint slide decks based on the topics in your module, saving significant time in the course development process. There are two presentation modes: a standard slide deck and a narrated presentation. The narrated option enhances the standard deck by adding spoken audio derived from per-slide speaker notes and embedding timing so slides advance automatically. Speaker notes are the critical foundation of the narrated workflow — they serve as the script for text-to-speech conversion using Google Cloud, and their length controls how long each slide is displayed. The end result is a fully self-playing, self-contained presentation file that delivers a consistent experience to every learner, with no live presenter required. With these tools and best practices in hand, you are ready to create professional, engaging presentations directly from your course modules.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Presentations and Narrated Presentations</a:t>
            </a:r>
          </a:p>
        </p:txBody>
      </p:sp>
      <p:sp>
        <p:nvSpPr>
          <p:cNvPr id="3" name="Content Placeholder 2"/>
          <p:cNvSpPr>
            <a:spLocks noGrp="1"/>
          </p:cNvSpPr>
          <p:nvPr>
            <p:ph idx="1"/>
          </p:nvPr>
        </p:nvSpPr>
        <p:spPr/>
        <p:txBody>
          <a:bodyPr/>
          <a:lstStyle/>
          <a:p>
            <a:pPr algn="ctr">
              <a:buNone/>
            </a:pPr>
            <a:r>
              <a:rPr lang="en-US" dirty="0"/>
              <a:t>A professional guide to using AI to build and narrate PowerPoint presentations from module topics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AI-Generated Presentations</a:t>
            </a:r>
          </a:p>
        </p:txBody>
      </p:sp>
      <p:sp>
        <p:nvSpPr>
          <p:cNvPr id="3" name="Content Placeholder 2"/>
          <p:cNvSpPr>
            <a:spLocks noGrp="1"/>
          </p:cNvSpPr>
          <p:nvPr>
            <p:ph idx="1"/>
          </p:nvPr>
        </p:nvSpPr>
        <p:spPr/>
        <p:txBody>
          <a:bodyPr/>
          <a:lstStyle/>
          <a:p>
            <a:r>
              <a:rPr lang="en-US" dirty="0"/>
              <a:t>AI automatically structures a PowerPoint deck from module topics</a:t>
            </a:r>
          </a:p>
          <a:p>
            <a:r>
              <a:rPr lang="en-US" dirty="0"/>
              <a:t>The feature lives inside the Module Editor workspace</a:t>
            </a:r>
          </a:p>
          <a:p>
            <a:r>
              <a:rPr lang="en-US" dirty="0"/>
              <a:t>Module topics serve as the foundational input for slide structure</a:t>
            </a:r>
          </a:p>
          <a:p>
            <a:r>
              <a:rPr lang="en-US" dirty="0"/>
              <a:t>Accelerates course development by automating instructional design tasks</a:t>
            </a:r>
          </a:p>
          <a:p>
            <a:r>
              <a:rPr lang="en-US" dirty="0"/>
              <a:t>Two modes available: standard slide deck and narrated presentation</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a PowerPoint Slide Deck from Module Topics</a:t>
            </a:r>
          </a:p>
        </p:txBody>
      </p:sp>
      <p:sp>
        <p:nvSpPr>
          <p:cNvPr id="3" name="Content Placeholder 2"/>
          <p:cNvSpPr>
            <a:spLocks noGrp="1"/>
          </p:cNvSpPr>
          <p:nvPr>
            <p:ph idx="1"/>
          </p:nvPr>
        </p:nvSpPr>
        <p:spPr/>
        <p:txBody>
          <a:bodyPr/>
          <a:lstStyle/>
          <a:p>
            <a:r>
              <a:rPr lang="en-US" dirty="0"/>
              <a:t>Begin inside the Module Editor once topics are defined</a:t>
            </a:r>
          </a:p>
          <a:p>
            <a:r>
              <a:rPr lang="en-US" dirty="0"/>
              <a:t>Each module topic maps to one or more corresponding slides</a:t>
            </a:r>
          </a:p>
          <a:p>
            <a:r>
              <a:rPr lang="en-US" dirty="0"/>
              <a:t>Trigger the AI generation process with a single action</a:t>
            </a:r>
          </a:p>
          <a:p>
            <a:r>
              <a:rPr lang="en-US" dirty="0"/>
              <a:t>Review the organized slide structure after generation completes</a:t>
            </a:r>
          </a:p>
          <a:p>
            <a:r>
              <a:rPr lang="en-US" dirty="0"/>
              <a:t>Export the finished deck as a PowerPoint file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the Narrated Presentation Option</a:t>
            </a:r>
          </a:p>
        </p:txBody>
      </p:sp>
      <p:sp>
        <p:nvSpPr>
          <p:cNvPr id="3" name="Content Placeholder 2"/>
          <p:cNvSpPr>
            <a:spLocks noGrp="1"/>
          </p:cNvSpPr>
          <p:nvPr>
            <p:ph idx="1"/>
          </p:nvPr>
        </p:nvSpPr>
        <p:spPr/>
        <p:txBody>
          <a:bodyPr/>
          <a:lstStyle/>
          <a:p>
            <a:r>
              <a:rPr lang="en-US" dirty="0"/>
              <a:t>Narrated presentations combine slides, audio, and timing</a:t>
            </a:r>
          </a:p>
          <a:p>
            <a:r>
              <a:rPr lang="en-US" dirty="0"/>
              <a:t>Speaker notes become the script for spoken narration</a:t>
            </a:r>
          </a:p>
          <a:p>
            <a:r>
              <a:rPr lang="en-US" dirty="0"/>
              <a:t>Text-to-speech converts written notes into audio</a:t>
            </a:r>
          </a:p>
          <a:p>
            <a:r>
              <a:rPr lang="en-US" dirty="0"/>
              <a:t>Each slide advances automatically in sync with its narration</a:t>
            </a:r>
          </a:p>
          <a:p>
            <a:r>
              <a:rPr lang="en-US" dirty="0"/>
              <a:t>All components bundle into one unified output file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Effective Per-Slide Speaker Notes</a:t>
            </a:r>
          </a:p>
        </p:txBody>
      </p:sp>
      <p:sp>
        <p:nvSpPr>
          <p:cNvPr id="3" name="Content Placeholder 2"/>
          <p:cNvSpPr>
            <a:spLocks noGrp="1"/>
          </p:cNvSpPr>
          <p:nvPr>
            <p:ph idx="1"/>
          </p:nvPr>
        </p:nvSpPr>
        <p:spPr/>
        <p:txBody>
          <a:bodyPr/>
          <a:lstStyle/>
          <a:p>
            <a:r>
              <a:rPr lang="en-US" dirty="0"/>
              <a:t>Speaker notes serve as the narration script for each slide</a:t>
            </a:r>
          </a:p>
          <a:p>
            <a:r>
              <a:rPr lang="en-US" dirty="0"/>
              <a:t>AI can generate notes, or authors can write them manually</a:t>
            </a:r>
          </a:p>
          <a:p>
            <a:r>
              <a:rPr lang="en-US" dirty="0"/>
              <a:t>Write notes in a natural, conversational spoken style</a:t>
            </a:r>
          </a:p>
          <a:p>
            <a:r>
              <a:rPr lang="en-US" dirty="0"/>
              <a:t>Notes should expand on visuals, not repeat slide text</a:t>
            </a:r>
          </a:p>
          <a:p>
            <a:r>
              <a:rPr lang="en-US" dirty="0"/>
              <a:t>Note length directly controls how long each slide displays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Reviewing and Refining Speaker Notes</a:t>
            </a:r>
          </a:p>
        </p:txBody>
      </p:sp>
      <p:sp>
        <p:nvSpPr>
          <p:cNvPr id="3" name="Content Placeholder 2"/>
          <p:cNvSpPr>
            <a:spLocks noGrp="1"/>
          </p:cNvSpPr>
          <p:nvPr>
            <p:ph idx="1"/>
          </p:nvPr>
        </p:nvSpPr>
        <p:spPr/>
        <p:txBody>
          <a:bodyPr/>
          <a:lstStyle/>
          <a:p>
            <a:r>
              <a:rPr lang="en-US" dirty="0"/>
              <a:t>Review all notes before triggering audio conversion</a:t>
            </a:r>
          </a:p>
          <a:p>
            <a:r>
              <a:rPr lang="en-US" dirty="0"/>
              <a:t>Check for clarity, accuracy, and consistent tone</a:t>
            </a:r>
          </a:p>
          <a:p>
            <a:r>
              <a:rPr lang="en-US" dirty="0"/>
              <a:t>Ensure notes align with corresponding slide visuals</a:t>
            </a:r>
          </a:p>
          <a:p>
            <a:r>
              <a:rPr lang="en-US" dirty="0"/>
              <a:t>Edit AI-generated notes to match your course voice</a:t>
            </a:r>
          </a:p>
          <a:p>
            <a:r>
              <a:rPr lang="en-US" dirty="0"/>
              <a:t>Consistent quality across slides improves learner experience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Speaker Notes to Spoken Audio</a:t>
            </a:r>
          </a:p>
        </p:txBody>
      </p:sp>
      <p:sp>
        <p:nvSpPr>
          <p:cNvPr id="3" name="Content Placeholder 2"/>
          <p:cNvSpPr>
            <a:spLocks noGrp="1"/>
          </p:cNvSpPr>
          <p:nvPr>
            <p:ph idx="1"/>
          </p:nvPr>
        </p:nvSpPr>
        <p:spPr/>
        <p:txBody>
          <a:bodyPr/>
          <a:lstStyle/>
          <a:p>
            <a:r>
              <a:rPr lang="en-US" dirty="0"/>
              <a:t>Text-to-speech uses Google Cloud to generate audio</a:t>
            </a:r>
          </a:p>
          <a:p>
            <a:r>
              <a:rPr lang="en-US" dirty="0"/>
              <a:t>Write notes in clear, complete sentences for best results</a:t>
            </a:r>
          </a:p>
          <a:p>
            <a:r>
              <a:rPr lang="en-US" dirty="0"/>
              <a:t>Choose from available TTS voice options for your audience</a:t>
            </a:r>
          </a:p>
          <a:p>
            <a:r>
              <a:rPr lang="en-US" dirty="0"/>
              <a:t>Conversion is applied across all slides simultaneously</a:t>
            </a:r>
          </a:p>
          <a:p>
            <a:r>
              <a:rPr lang="en-US" dirty="0"/>
              <a:t>Each slide's notes become its own dedicated audio segment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Reviewing and Regenerating TTS Audio</a:t>
            </a:r>
          </a:p>
        </p:txBody>
      </p:sp>
      <p:sp>
        <p:nvSpPr>
          <p:cNvPr id="3" name="Content Placeholder 2"/>
          <p:cNvSpPr>
            <a:spLocks noGrp="1"/>
          </p:cNvSpPr>
          <p:nvPr>
            <p:ph idx="1"/>
          </p:nvPr>
        </p:nvSpPr>
        <p:spPr/>
        <p:txBody>
          <a:bodyPr/>
          <a:lstStyle/>
          <a:p>
            <a:r>
              <a:rPr lang="en-US" dirty="0"/>
              <a:t>Listen to generated audio for each slide after conversion</a:t>
            </a:r>
          </a:p>
          <a:p>
            <a:r>
              <a:rPr lang="en-US" dirty="0"/>
              <a:t>Identify slides where narration needs improvement</a:t>
            </a:r>
          </a:p>
          <a:p>
            <a:r>
              <a:rPr lang="en-US" dirty="0"/>
              <a:t>Update speaker notes and regenerate audio as needed</a:t>
            </a:r>
          </a:p>
          <a:p>
            <a:r>
              <a:rPr lang="en-US" dirty="0"/>
              <a:t>Regeneration applies only to updated slides</a:t>
            </a:r>
          </a:p>
          <a:p>
            <a:r>
              <a:rPr lang="en-US" dirty="0"/>
              <a:t>Iterative review ensures high-quality final narration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Embedding Audio and Timing into Slides</a:t>
            </a:r>
          </a:p>
        </p:txBody>
      </p:sp>
      <p:sp>
        <p:nvSpPr>
          <p:cNvPr id="3" name="Content Placeholder 2"/>
          <p:cNvSpPr>
            <a:spLocks noGrp="1"/>
          </p:cNvSpPr>
          <p:nvPr>
            <p:ph idx="1"/>
          </p:nvPr>
        </p:nvSpPr>
        <p:spPr/>
        <p:txBody>
          <a:bodyPr/>
          <a:lstStyle/>
          <a:p>
            <a:r>
              <a:rPr lang="en-US" dirty="0"/>
              <a:t>Each slide receives its own dedicated audio clip</a:t>
            </a:r>
          </a:p>
          <a:p>
            <a:r>
              <a:rPr lang="en-US" dirty="0"/>
              <a:t>Audio is embedded directly inside the PowerPoint file</a:t>
            </a:r>
          </a:p>
          <a:p>
            <a:r>
              <a:rPr lang="en-US" dirty="0"/>
              <a:t>Slide timing matches the exact duration of its audio clip</a:t>
            </a:r>
          </a:p>
          <a:p>
            <a:r>
              <a:rPr lang="en-US" dirty="0"/>
              <a:t>Narration and slide content stay precisely synchronized</a:t>
            </a:r>
          </a:p>
          <a:p>
            <a:r>
              <a:rPr lang="en-US" dirty="0"/>
              <a:t>The result is a fully self-playing narrated presentation</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Self-Playing Narrated Presentation Output</a:t>
            </a:r>
          </a:p>
        </p:txBody>
      </p:sp>
      <p:sp>
        <p:nvSpPr>
          <p:cNvPr id="3" name="Content Placeholder 2"/>
          <p:cNvSpPr>
            <a:spLocks noGrp="1"/>
          </p:cNvSpPr>
          <p:nvPr>
            <p:ph idx="1"/>
          </p:nvPr>
        </p:nvSpPr>
        <p:spPr/>
        <p:txBody>
          <a:bodyPr/>
          <a:lstStyle/>
          <a:p>
            <a:r>
              <a:rPr lang="en-US" dirty="0"/>
              <a:t>No live presenter required to deliver the presentation</a:t>
            </a:r>
          </a:p>
          <a:p>
            <a:r>
              <a:rPr lang="en-US" dirty="0"/>
              <a:t>Slides advance automatically based on narration timing</a:t>
            </a:r>
          </a:p>
          <a:p>
            <a:r>
              <a:rPr lang="en-US" dirty="0"/>
              <a:t>Audio, slides, and timing are bundled in one file</a:t>
            </a:r>
          </a:p>
          <a:p>
            <a:r>
              <a:rPr lang="en-US" dirty="0"/>
              <a:t>Suitable for asynchronous and self-paced learning formats</a:t>
            </a:r>
          </a:p>
          <a:p>
            <a:r>
              <a:rPr lang="en-US" dirty="0"/>
              <a:t>Learners receive a consistent, repeatable experience every time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the Two Presentation Modes</a:t>
            </a:r>
          </a:p>
        </p:txBody>
      </p:sp>
      <p:sp>
        <p:nvSpPr>
          <p:cNvPr id="3" name="Content Placeholder 2"/>
          <p:cNvSpPr>
            <a:spLocks noGrp="1"/>
          </p:cNvSpPr>
          <p:nvPr>
            <p:ph idx="1"/>
          </p:nvPr>
        </p:nvSpPr>
        <p:spPr/>
        <p:txBody>
          <a:bodyPr/>
          <a:lstStyle/>
          <a:p>
            <a:r>
              <a:rPr lang="en-US" dirty="0"/>
              <a:t>Both modes generate AI-structured slides from module topics</a:t>
            </a:r>
          </a:p>
          <a:p>
            <a:r>
              <a:rPr lang="en-US" dirty="0"/>
              <a:t>Standard mode produces a visual PowerPoint deck only</a:t>
            </a:r>
          </a:p>
          <a:p>
            <a:r>
              <a:rPr lang="en-US" dirty="0"/>
              <a:t>Narrated mode adds audio narration and slide timing</a:t>
            </a:r>
          </a:p>
          <a:p>
            <a:r>
              <a:rPr lang="en-US" dirty="0"/>
              <a:t>Narrated mode requires speaker notes for each slide</a:t>
            </a:r>
          </a:p>
          <a:p>
            <a:r>
              <a:rPr lang="en-US" dirty="0"/>
              <a:t>Choose the mode that fits your delivery and audience needs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for AI-Generated Presentations</a:t>
            </a:r>
          </a:p>
        </p:txBody>
      </p:sp>
      <p:sp>
        <p:nvSpPr>
          <p:cNvPr id="3" name="Content Placeholder 2"/>
          <p:cNvSpPr>
            <a:spLocks noGrp="1"/>
          </p:cNvSpPr>
          <p:nvPr>
            <p:ph idx="1"/>
          </p:nvPr>
        </p:nvSpPr>
        <p:spPr/>
        <p:txBody>
          <a:bodyPr/>
          <a:lstStyle/>
          <a:p>
            <a:r>
              <a:rPr lang="en-US" dirty="0"/>
              <a:t>Ensure module topics are clearly defined before generating</a:t>
            </a:r>
          </a:p>
          <a:p>
            <a:r>
              <a:rPr lang="en-US" dirty="0"/>
              <a:t>Review AI-generated content for accuracy before publishing</a:t>
            </a:r>
          </a:p>
          <a:p>
            <a:r>
              <a:rPr lang="en-US" dirty="0"/>
              <a:t>Write speaker notes in a natural, conversational style</a:t>
            </a:r>
          </a:p>
          <a:p>
            <a:r>
              <a:rPr lang="en-US" dirty="0"/>
              <a:t>Match note length to intended slide display duration</a:t>
            </a:r>
          </a:p>
          <a:p>
            <a:r>
              <a:rPr lang="en-US" dirty="0"/>
              <a:t>Select a TTS voice appropriate for your audience and tone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AI generates structured PowerPoint decks from module topics</a:t>
            </a:r>
          </a:p>
          <a:p>
            <a:r>
              <a:rPr lang="en-US" dirty="0"/>
              <a:t>The Module Editor houses both presentation generation modes</a:t>
            </a:r>
          </a:p>
          <a:p>
            <a:r>
              <a:rPr lang="en-US" dirty="0"/>
              <a:t>Narrated presentations combine slides, audio, and timing</a:t>
            </a:r>
          </a:p>
          <a:p>
            <a:r>
              <a:rPr lang="en-US" dirty="0"/>
              <a:t>Speaker notes are the foundation of narrated audio content</a:t>
            </a:r>
          </a:p>
          <a:p>
            <a:r>
              <a:rPr lang="en-US" dirty="0"/>
              <a:t>TTS and embedding produce a self-playing, portable output</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13</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Generating Presentations and Narrated Presentations</dc:title>
  <dc:creator>PreseMaker</dc:creator>
  <cp:lastModifiedBy>PreseMaker</cp:lastModifiedBy>
  <dcterms:created xsi:type="dcterms:W3CDTF">2026-07-09T13:23:09Z</dcterms:created>
  <dcterms:modified xsi:type="dcterms:W3CDTF">2026-07-09T13:23:09Z</dcterms:modified>
</cp:coreProperties>
</file>