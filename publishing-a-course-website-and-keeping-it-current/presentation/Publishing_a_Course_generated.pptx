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presentation on PreseMaker's publish feature. Today we will walk through how the publish feature works, how it assembles modules into a browsable course website, and how to keep that website current over time. This session is designed for course authors and anyone responsible for delivering learning content to an audience.</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publish feature is one of PreseMaker's core capabilities. Rather than manually linking or uploading individual modules, the publish feature automates the process of combining everything into a single browsable website. This repeatability is key — every time you publish, PreseMaker follows the same reliable process, reducing the risk of inconsistencies or outdated content reaching learners.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Think of each module's HTML index file as its front door. When a learner navigates to a specific module within the course website, they land on that module's HTML index page first. This file is not static — it is meant to mirror whatever content currently exists in the module. The index pages are the building blocks that allow the publish feature to stitch individual modules into a cohesive course site.</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the most important things the publish feature does is refresh each module's HTML index before assembling the site. This sequence matters: refresh first, build second. By rewriting the HTML index files to incorporate the most recent content before the site is put together, PreseMaker ensures that what learners see in the final website is an accurate reflection of the course as it stands today. This eliminates the risk of a learner encountering stale or outdated module content.</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publish feature exists because course authors need a dependable way to get their content in front of learners without having to manually manage files or worry about whether every module is up to date. By automating the refresh and assembly process, PreseMaker gives authors confidence that the website learners receive is complete and current every time they publish.</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Module HTML index pages deserve their own focused attention because they play such a central role in how the course website functions. Each index page is unique to its module and represents that module's current content. When learners click into a module, the index page is what they see first — it sets the stage for their learning experience. Because these pages are automatically refreshed during publishing, authors don't need to manually update them; PreseMaker handles that step as part of the publish workflow.</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HTML index page is dynamic in the sense that it should always reflect the current state of the module. If content within a module changes — slides are added, removed, or revised — that change needs to be captured in the index page before learners see it. The publish feature handles this automatically by rewriting the index page during the publishing process, ensuring the snapshot learners see is accurate.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Assembling a course website is the process of taking all the individual modules an author has created and combining them into a single, navigable structure. PreseMaker's publish feature is what makes this possible. The sequence is straightforward: refresh each module's HTML index to ensure it is current, then build the full site from those updated files. The result is a cohesive website where learners can browse and move between modules without confusion. Consistent navigation is a hallmark of a well-assembled course website.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Navigation is what transforms a collection of separate module files into an actual course website. When modules are assembled through the publish feature, PreseMaker ensures that each module's index page is connected within the site's overall structure. Learners should be able to move from one module to the next without dead ends or broken links. A well-structured site also signals to learners that the content has been carefully prepared and maintained.</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course website is rarely a one-time creation. Content evolves, modules get updated, and the website must keep pace. The key principle is simple: whenever module content changes, that change is not visible on the live course website until you re-publish. Re-publishing triggers the same refresh-and-build sequence as the initial publish, so the process is familiar and consistent. The risk of not re-publishing is that learners encounter outdated information.</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Knowing when to re-publish is just as important as knowing how. Common triggers include adding new slides or content to a module, correcting factual errors, updating linked resources, or responding to learner feedback. Some organizations also set scheduled review points — for example, a quarterly content audit — which serve as built-in re-publish triggers. Having clear, agreed-upon triggers removes ambiguity and ensures the website stays accurate without requiring ad hoc decisions.</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good news for course authors is that re-publishing is not a different or more complex process than the initial publish. PreseMaker follows the same core workflow: refresh each module's HTML index to capture the latest content, then assemble the full course website from those refreshed files. Because the workflow is consistent, authors who have published once are already equipped to re-publish confidently whenever updates are needed.</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Courses with many modules introduce coordination challenges. If only some modules are re-published after content changes, the live website becomes inconsistent — some modules will reflect current content while others remain outdated. Authors should maintain a clear record of which modules have been updated so that every changed module is included in the next re-publish. PreseMaker's publish feature refreshes all indexed modules as part of the process, but authors must ensure they are capturing all relevant changes before initiating a re-publish.</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re-publishing, a verification step is essential. Authors should browse the live course website as a learner would — navigating to each updated module's landing page and confirming that changes appear correctly. Navigation links should also be tested to ensure nothing is broken. Beyond individual re-publishes, establishing a regular maintenance cadence — such as a monthly or quarterly review schedule — keeps the website reliably current and reduces the need for reactive, unplanned updates. A clear policy for when and how to re-publish is a hallmark of a well-managed course.</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PreseMaker's publish feature is a powerful, reliable tool that combines individual course modules into a single browsable website. The HTML index file for each module is its landing page and is automatically refreshed during publishing to reflect the latest content. This refresh-then-build sequence ensures the assembled website is always accurate. When content changes, re-publishing follows the same workflow to update the site. Managing multiple modules carefully, verifying the site after each publish, and establishing a regular maintenance cadence are the keys to delivering a consistently high-quality learning experience. Thank you for your time today.</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Publishing a Course Website and Keeping It Current</a:t>
            </a:r>
          </a:p>
        </p:txBody>
      </p:sp>
      <p:sp>
        <p:nvSpPr>
          <p:cNvPr id="3" name="Content Placeholder 2"/>
          <p:cNvSpPr>
            <a:spLocks noGrp="1"/>
          </p:cNvSpPr>
          <p:nvPr>
            <p:ph idx="1"/>
          </p:nvPr>
        </p:nvSpPr>
        <p:spPr/>
        <p:txBody>
          <a:bodyPr/>
          <a:lstStyle/>
          <a:p>
            <a:pPr algn="ctr">
              <a:buNone/>
            </a:pPr>
            <a:r>
              <a:rPr lang="en-US" dirty="0"/>
              <a:t>A professional guide to using PreseMaker's publish feature to build and maintain up-to-date course websites.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PreseMaker's Publish Feature?</a:t>
            </a:r>
          </a:p>
        </p:txBody>
      </p:sp>
      <p:sp>
        <p:nvSpPr>
          <p:cNvPr id="3" name="Content Placeholder 2"/>
          <p:cNvSpPr>
            <a:spLocks noGrp="1"/>
          </p:cNvSpPr>
          <p:nvPr>
            <p:ph idx="1"/>
          </p:nvPr>
        </p:nvSpPr>
        <p:spPr/>
        <p:txBody>
          <a:bodyPr/>
          <a:lstStyle/>
          <a:p>
            <a:r>
              <a:rPr lang="en-US" dirty="0"/>
              <a:t>A built-in tool that assembles course modules into one website.</a:t>
            </a:r>
          </a:p>
          <a:p>
            <a:r>
              <a:rPr lang="en-US" dirty="0"/>
              <a:t>Combines individual modules into a single, cohesive structure.</a:t>
            </a:r>
          </a:p>
          <a:p>
            <a:r>
              <a:rPr lang="en-US" dirty="0"/>
              <a:t>Gives authors a reliable, repeatable way to deliver courses.</a:t>
            </a:r>
          </a:p>
          <a:p>
            <a:r>
              <a:rPr lang="en-US" dirty="0"/>
              <a:t>Ensures learners receive a complete and current course site.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Role of Each Module's HTML Index File</a:t>
            </a:r>
          </a:p>
        </p:txBody>
      </p:sp>
      <p:sp>
        <p:nvSpPr>
          <p:cNvPr id="3" name="Content Placeholder 2"/>
          <p:cNvSpPr>
            <a:spLocks noGrp="1"/>
          </p:cNvSpPr>
          <p:nvPr>
            <p:ph idx="1"/>
          </p:nvPr>
        </p:nvSpPr>
        <p:spPr/>
        <p:txBody>
          <a:bodyPr/>
          <a:lstStyle/>
          <a:p>
            <a:r>
              <a:rPr lang="en-US" dirty="0"/>
              <a:t>Each module has a dedicated HTML index file.</a:t>
            </a:r>
          </a:p>
          <a:p>
            <a:r>
              <a:rPr lang="en-US" dirty="0"/>
              <a:t>The index file is the module's landing page.</a:t>
            </a:r>
          </a:p>
          <a:p>
            <a:r>
              <a:rPr lang="en-US" dirty="0"/>
              <a:t>It serves as the primary entry point for learners.</a:t>
            </a:r>
          </a:p>
          <a:p>
            <a:r>
              <a:rPr lang="en-US" dirty="0"/>
              <a:t>It reflects the current state of the module's content.</a:t>
            </a:r>
          </a:p>
          <a:p>
            <a:r>
              <a:rPr lang="en-US" dirty="0"/>
              <a:t>Index pages integrate each module into the larger site.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Publishing Refreshes Module Content</a:t>
            </a:r>
          </a:p>
        </p:txBody>
      </p:sp>
      <p:sp>
        <p:nvSpPr>
          <p:cNvPr id="3" name="Content Placeholder 2"/>
          <p:cNvSpPr>
            <a:spLocks noGrp="1"/>
          </p:cNvSpPr>
          <p:nvPr>
            <p:ph idx="1"/>
          </p:nvPr>
        </p:nvSpPr>
        <p:spPr/>
        <p:txBody>
          <a:bodyPr/>
          <a:lstStyle/>
          <a:p>
            <a:r>
              <a:rPr lang="en-US" dirty="0"/>
              <a:t>Publishing triggers a refresh of every module's HTML index.</a:t>
            </a:r>
          </a:p>
          <a:p>
            <a:r>
              <a:rPr lang="en-US" dirty="0"/>
              <a:t>PreseMaker rewrites each index to reflect the latest content.</a:t>
            </a:r>
          </a:p>
          <a:p>
            <a:r>
              <a:rPr lang="en-US" dirty="0"/>
              <a:t>Refresh is completed before the full site is built.</a:t>
            </a:r>
          </a:p>
          <a:p>
            <a:r>
              <a:rPr lang="en-US" dirty="0"/>
              <a:t>The assembled site is always based on up-to-date files.</a:t>
            </a:r>
          </a:p>
          <a:p>
            <a:r>
              <a:rPr lang="en-US" dirty="0"/>
              <a:t>The browsable website accurately mirrors current course content.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the Publish Feature Is Used</a:t>
            </a:r>
          </a:p>
        </p:txBody>
      </p:sp>
      <p:sp>
        <p:nvSpPr>
          <p:cNvPr id="3" name="Content Placeholder 2"/>
          <p:cNvSpPr>
            <a:spLocks noGrp="1"/>
          </p:cNvSpPr>
          <p:nvPr>
            <p:ph idx="1"/>
          </p:nvPr>
        </p:nvSpPr>
        <p:spPr/>
        <p:txBody>
          <a:bodyPr/>
          <a:lstStyle/>
          <a:p>
            <a:r>
              <a:rPr lang="en-US" dirty="0"/>
              <a:t>Delivers a complete, current course website to learners.</a:t>
            </a:r>
          </a:p>
          <a:p>
            <a:r>
              <a:rPr lang="en-US" dirty="0"/>
              <a:t>Removes the need for manual file management or linking.</a:t>
            </a:r>
          </a:p>
          <a:p>
            <a:r>
              <a:rPr lang="en-US" dirty="0"/>
              <a:t>Provides a consistent, repeatable publishing process.</a:t>
            </a:r>
          </a:p>
          <a:p>
            <a:r>
              <a:rPr lang="en-US" dirty="0"/>
              <a:t>Reduces errors caused by outdated or missing content.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Module HTML Index Pages</a:t>
            </a:r>
          </a:p>
        </p:txBody>
      </p:sp>
      <p:sp>
        <p:nvSpPr>
          <p:cNvPr id="3" name="Content Placeholder 2"/>
          <p:cNvSpPr>
            <a:spLocks noGrp="1"/>
          </p:cNvSpPr>
          <p:nvPr>
            <p:ph idx="1"/>
          </p:nvPr>
        </p:nvSpPr>
        <p:spPr/>
        <p:txBody>
          <a:bodyPr/>
          <a:lstStyle/>
          <a:p>
            <a:r>
              <a:rPr lang="en-US" dirty="0"/>
              <a:t>The HTML index page is a module's dedicated entry point.</a:t>
            </a:r>
          </a:p>
          <a:p>
            <a:r>
              <a:rPr lang="en-US" dirty="0"/>
              <a:t>Learners start their module experience from the index page.</a:t>
            </a:r>
          </a:p>
          <a:p>
            <a:r>
              <a:rPr lang="en-US" dirty="0"/>
              <a:t>The index page represents a snapshot of module content.</a:t>
            </a:r>
          </a:p>
          <a:p>
            <a:r>
              <a:rPr lang="en-US" dirty="0"/>
              <a:t>It integrates the module into the overall course website.</a:t>
            </a:r>
          </a:p>
          <a:p>
            <a:r>
              <a:rPr lang="en-US" dirty="0"/>
              <a:t>Publishing automatically refreshes each module's index file.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 Index Page Represents Module Content</a:t>
            </a:r>
          </a:p>
        </p:txBody>
      </p:sp>
      <p:sp>
        <p:nvSpPr>
          <p:cNvPr id="3" name="Content Placeholder 2"/>
          <p:cNvSpPr>
            <a:spLocks noGrp="1"/>
          </p:cNvSpPr>
          <p:nvPr>
            <p:ph idx="1"/>
          </p:nvPr>
        </p:nvSpPr>
        <p:spPr/>
        <p:txBody>
          <a:bodyPr/>
          <a:lstStyle/>
          <a:p>
            <a:r>
              <a:rPr lang="en-US" dirty="0"/>
              <a:t>The index page mirrors what a module currently contains.</a:t>
            </a:r>
          </a:p>
          <a:p>
            <a:r>
              <a:rPr lang="en-US" dirty="0"/>
              <a:t>It is rewritten during publishing to reflect any changes.</a:t>
            </a:r>
          </a:p>
          <a:p>
            <a:r>
              <a:rPr lang="en-US" dirty="0"/>
              <a:t>Accurate index pages support reliable learner navigation.</a:t>
            </a:r>
          </a:p>
          <a:p>
            <a:r>
              <a:rPr lang="en-US" dirty="0"/>
              <a:t>Each index page is a real-time snapshot of module state.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Assembling Modules into a Course Website</a:t>
            </a:r>
          </a:p>
        </p:txBody>
      </p:sp>
      <p:sp>
        <p:nvSpPr>
          <p:cNvPr id="3" name="Content Placeholder 2"/>
          <p:cNvSpPr>
            <a:spLocks noGrp="1"/>
          </p:cNvSpPr>
          <p:nvPr>
            <p:ph idx="1"/>
          </p:nvPr>
        </p:nvSpPr>
        <p:spPr/>
        <p:txBody>
          <a:bodyPr/>
          <a:lstStyle/>
          <a:p>
            <a:r>
              <a:rPr lang="en-US" dirty="0"/>
              <a:t>Assembly combines multiple modules into one browsable site.</a:t>
            </a:r>
          </a:p>
          <a:p>
            <a:r>
              <a:rPr lang="en-US" dirty="0"/>
              <a:t>Each module's HTML index file acts as its landing page.</a:t>
            </a:r>
          </a:p>
          <a:p>
            <a:r>
              <a:rPr lang="en-US" dirty="0"/>
              <a:t>Publishing refreshes all index files before building the site.</a:t>
            </a:r>
          </a:p>
          <a:p>
            <a:r>
              <a:rPr lang="en-US" dirty="0"/>
              <a:t>The publish feature is the primary mechanism for assembly.</a:t>
            </a:r>
          </a:p>
          <a:p>
            <a:r>
              <a:rPr lang="en-US" dirty="0"/>
              <a:t>Clear navigation lets learners move between modules easily.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Ensuring a Cohesive Navigation Structure</a:t>
            </a:r>
          </a:p>
        </p:txBody>
      </p:sp>
      <p:sp>
        <p:nvSpPr>
          <p:cNvPr id="3" name="Content Placeholder 2"/>
          <p:cNvSpPr>
            <a:spLocks noGrp="1"/>
          </p:cNvSpPr>
          <p:nvPr>
            <p:ph idx="1"/>
          </p:nvPr>
        </p:nvSpPr>
        <p:spPr/>
        <p:txBody>
          <a:bodyPr/>
          <a:lstStyle/>
          <a:p>
            <a:r>
              <a:rPr lang="en-US" dirty="0"/>
              <a:t>Learners need clear paths between all course modules.</a:t>
            </a:r>
          </a:p>
          <a:p>
            <a:r>
              <a:rPr lang="en-US" dirty="0"/>
              <a:t>Consistent navigation reduces confusion and improves experience.</a:t>
            </a:r>
          </a:p>
          <a:p>
            <a:r>
              <a:rPr lang="en-US" dirty="0"/>
              <a:t>Publishing links module index pages within the site structure.</a:t>
            </a:r>
          </a:p>
          <a:p>
            <a:r>
              <a:rPr lang="en-US" dirty="0"/>
              <a:t>A cohesive structure reflects professionalism and quality.</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Keeping the Course Website Current</a:t>
            </a:r>
          </a:p>
        </p:txBody>
      </p:sp>
      <p:sp>
        <p:nvSpPr>
          <p:cNvPr id="3" name="Content Placeholder 2"/>
          <p:cNvSpPr>
            <a:spLocks noGrp="1"/>
          </p:cNvSpPr>
          <p:nvPr>
            <p:ph idx="1"/>
          </p:nvPr>
        </p:nvSpPr>
        <p:spPr/>
        <p:txBody>
          <a:bodyPr/>
          <a:lstStyle/>
          <a:p>
            <a:r>
              <a:rPr lang="en-US" dirty="0"/>
              <a:t>Content changes require re-publishing to update the website.</a:t>
            </a:r>
          </a:p>
          <a:p>
            <a:r>
              <a:rPr lang="en-US" dirty="0"/>
              <a:t>Each changed module's HTML index must be refreshed first.</a:t>
            </a:r>
          </a:p>
          <a:p>
            <a:r>
              <a:rPr lang="en-US" dirty="0"/>
              <a:t>Re-publishing follows the same steps as the initial publish.</a:t>
            </a:r>
          </a:p>
          <a:p>
            <a:r>
              <a:rPr lang="en-US" dirty="0"/>
              <a:t>Regular re-publishing prevents learners from seeing stale content.</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When to Re-Publish</a:t>
            </a:r>
          </a:p>
        </p:txBody>
      </p:sp>
      <p:sp>
        <p:nvSpPr>
          <p:cNvPr id="3" name="Content Placeholder 2"/>
          <p:cNvSpPr>
            <a:spLocks noGrp="1"/>
          </p:cNvSpPr>
          <p:nvPr>
            <p:ph idx="1"/>
          </p:nvPr>
        </p:nvSpPr>
        <p:spPr/>
        <p:txBody>
          <a:bodyPr/>
          <a:lstStyle/>
          <a:p>
            <a:r>
              <a:rPr lang="en-US" dirty="0"/>
              <a:t>Re-publish whenever module content is added or changed.</a:t>
            </a:r>
          </a:p>
          <a:p>
            <a:r>
              <a:rPr lang="en-US" dirty="0"/>
              <a:t>Re-publish after correcting errors or updating resources.</a:t>
            </a:r>
          </a:p>
          <a:p>
            <a:r>
              <a:rPr lang="en-US" dirty="0"/>
              <a:t>Scheduled reviews can signal when re-publishing is needed.</a:t>
            </a:r>
          </a:p>
          <a:p>
            <a:r>
              <a:rPr lang="en-US" dirty="0"/>
              <a:t>Clear triggers prevent unnecessary or missed re-publishes.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Re-Publishing Workflow in PreseMaker</a:t>
            </a:r>
          </a:p>
        </p:txBody>
      </p:sp>
      <p:sp>
        <p:nvSpPr>
          <p:cNvPr id="3" name="Content Placeholder 2"/>
          <p:cNvSpPr>
            <a:spLocks noGrp="1"/>
          </p:cNvSpPr>
          <p:nvPr>
            <p:ph idx="1"/>
          </p:nvPr>
        </p:nvSpPr>
        <p:spPr/>
        <p:txBody>
          <a:bodyPr/>
          <a:lstStyle/>
          <a:p>
            <a:r>
              <a:rPr lang="en-US" dirty="0"/>
              <a:t>Re-publishing mirrors the steps of the initial publish.</a:t>
            </a:r>
          </a:p>
          <a:p>
            <a:r>
              <a:rPr lang="en-US" dirty="0"/>
              <a:t>PreseMaker refreshes each updated module's HTML index.</a:t>
            </a:r>
          </a:p>
          <a:p>
            <a:r>
              <a:rPr lang="en-US" dirty="0"/>
              <a:t>The full site is rebuilt from the refreshed module files.</a:t>
            </a:r>
          </a:p>
          <a:p>
            <a:r>
              <a:rPr lang="en-US" dirty="0"/>
              <a:t>The workflow is consistent, reducing the chance of errors.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Multiple Modules During Updates</a:t>
            </a:r>
          </a:p>
        </p:txBody>
      </p:sp>
      <p:sp>
        <p:nvSpPr>
          <p:cNvPr id="3" name="Content Placeholder 2"/>
          <p:cNvSpPr>
            <a:spLocks noGrp="1"/>
          </p:cNvSpPr>
          <p:nvPr>
            <p:ph idx="1"/>
          </p:nvPr>
        </p:nvSpPr>
        <p:spPr/>
        <p:txBody>
          <a:bodyPr/>
          <a:lstStyle/>
          <a:p>
            <a:r>
              <a:rPr lang="en-US" dirty="0"/>
              <a:t>Identify all modules that have changed before re-publishing.</a:t>
            </a:r>
          </a:p>
          <a:p>
            <a:r>
              <a:rPr lang="en-US" dirty="0"/>
              <a:t>Ensure no updated module's index page is left outdated.</a:t>
            </a:r>
          </a:p>
          <a:p>
            <a:r>
              <a:rPr lang="en-US" dirty="0"/>
              <a:t>Coordinate re-publishing across modules to avoid gaps.</a:t>
            </a:r>
          </a:p>
          <a:p>
            <a:r>
              <a:rPr lang="en-US" dirty="0"/>
              <a:t>Track changes across modules to support thorough updates.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Verifying and Maintaining the Course Website</a:t>
            </a:r>
          </a:p>
        </p:txBody>
      </p:sp>
      <p:sp>
        <p:nvSpPr>
          <p:cNvPr id="3" name="Content Placeholder 2"/>
          <p:cNvSpPr>
            <a:spLocks noGrp="1"/>
          </p:cNvSpPr>
          <p:nvPr>
            <p:ph idx="1"/>
          </p:nvPr>
        </p:nvSpPr>
        <p:spPr/>
        <p:txBody>
          <a:bodyPr/>
          <a:lstStyle/>
          <a:p>
            <a:r>
              <a:rPr lang="en-US" dirty="0"/>
              <a:t>Review the live site after every re-publish.</a:t>
            </a:r>
          </a:p>
          <a:p>
            <a:r>
              <a:rPr lang="en-US" dirty="0"/>
              <a:t>Confirm all changes appear correctly on each landing page.</a:t>
            </a:r>
          </a:p>
          <a:p>
            <a:r>
              <a:rPr lang="en-US" dirty="0"/>
              <a:t>Check module navigation to ensure no links are broken.</a:t>
            </a:r>
          </a:p>
          <a:p>
            <a:r>
              <a:rPr lang="en-US" dirty="0"/>
              <a:t>Establish a regular re-publishing cadence for consistency.</a:t>
            </a:r>
          </a:p>
          <a:p>
            <a:r>
              <a:rPr lang="en-US" dirty="0"/>
              <a:t>A maintenance schedule reduces reactive, ad hoc decisions.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Publishing and Maintaining Your Course Website</a:t>
            </a:r>
          </a:p>
        </p:txBody>
      </p:sp>
      <p:sp>
        <p:nvSpPr>
          <p:cNvPr id="3" name="Content Placeholder 2"/>
          <p:cNvSpPr>
            <a:spLocks noGrp="1"/>
          </p:cNvSpPr>
          <p:nvPr>
            <p:ph idx="1"/>
          </p:nvPr>
        </p:nvSpPr>
        <p:spPr/>
        <p:txBody>
          <a:bodyPr/>
          <a:lstStyle/>
          <a:p>
            <a:r>
              <a:rPr lang="en-US" dirty="0"/>
              <a:t>The publish feature assembles modules into one course website.</a:t>
            </a:r>
          </a:p>
          <a:p>
            <a:r>
              <a:rPr lang="en-US" dirty="0"/>
              <a:t>Each module's HTML index page serves as its landing page.</a:t>
            </a:r>
          </a:p>
          <a:p>
            <a:r>
              <a:rPr lang="en-US" dirty="0"/>
              <a:t>Publishing refreshes all index files before building the site.</a:t>
            </a:r>
          </a:p>
          <a:p>
            <a:r>
              <a:rPr lang="en-US" dirty="0"/>
              <a:t>Re-publishing keeps the website current as content evolves.</a:t>
            </a:r>
          </a:p>
          <a:p>
            <a:r>
              <a:rPr lang="en-US" dirty="0"/>
              <a:t>A maintenance cadence ensures ongoing accuracy and quality.</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Publishing a Course Website and Keeping It Current</dc:title>
  <dc:creator>PreseMaker</dc:creator>
  <cp:lastModifiedBy>PreseMaker</cp:lastModifiedBy>
  <dcterms:created xsi:type="dcterms:W3CDTF">2026-07-09T13:31:41Z</dcterms:created>
  <dcterms:modified xsi:type="dcterms:W3CDTF">2026-07-09T13:31:41Z</dcterms:modified>
</cp:coreProperties>
</file>