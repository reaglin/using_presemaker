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participants to the session. This presentation walks users through the complete process of generating quizzes and assignments using the platform's built-in tools, from understanding question types to exporting for LMS use and ensuring full alignment with the module plan.</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slide establishes the foundational concepts behind assessment generation. The platform enables educators to automatically generate quizzes and assignments mapped to specific learning outcomes and module content. Using built-in tools offers significant advantages over external creation, including consistency and alignment. The platform supports multiple question types and structured tasks. The content source selector is a key tool learners must understand before generating any assessment, and alignment with the module plan is a core principle throughout this module.</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Different question types serve different instructional purposes. Multiple choice questions present a stem and options, making them efficient for recall and application. True/false items quickly test understanding of key concepts. Short answer questions require learners to produce responses rather than select them. Matching, ordering, and multiselect formats extend the variety of your question bank and target specific outcomes. Choosing the right type is a deliberate instructional decision tied to the cognitive level the outcome demands. A balanced question bank draws on all these types to create comprehensive assessments.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question bank serves as the central repository from which quizzes and assignments are assembled. Balance across question types — including MCQ, true/false, short answer, and structured formats — ensures learners are assessed at multiple cognitive levels. Tagging and categorizing questions by topic or outcome makes the bank manageable and reusable. Every question must be reviewed for accuracy and alignment before the bank is considered final and ready for deployment.</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content source selector is the primary tool for ensuring assessment relevance. It allows users to specify which topics, outcomes, or sections of the module plan should drive content generation. Learners must navigate to the selector within the assessment generation interface before proceeding. Once open, they can drill down to individual topics and align selections to specific learning outcomes. Confirming selections before generating is a critical step — it prevents the creation of questions that do not match the intended instructional focus.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topics and outcomes chosen in the content source selector directly shape everything about the generated output — the content, terminology, cognitive demands, and structure of questions and tasks. If selections are misaligned with the intended module plan, the generated assessments will not reflect the right instructional goals. This slide reinforces why careful, deliberate selection is essential before clicking generate. When selections are accurate, the output is a set of questions and tasks that precisely map to the intended learning outcomes.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slide walks through the step-by-step process of configuring and generating a question bank. Start by selecting the content sources that will inform the questions. Then choose a mix of question types to cover different cognitive levels. Configure parameters such as the number of questions, difficulty scope, and structural depth before generating. Once generation is complete, every question must be reviewed and edited as needed to ensure accuracy, clarity, and tight alignment to learning outcomes.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reviewing and editing generated questions, the next priority is organization. Tagging questions with metadata — such as topic, learning outcome, or difficulty — makes it easy to search, filter, and reuse questions in future assessments. Well-organized question banks save significant time across repeated assessment cycles. The final step is a formal confirmation that the bank is complete, accurate, and aligned before it is deployed in live quizzes or assignments.</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Exporting question banks correctly is essential for seamless LMS integration. Common formats include QTI and GIFT, but the right choice depends on your LMS and its version. Mismatched formats can cause failed imports or lost question data. Export settings let you control which metadata, question types, and structural elements are included. Before exporting, use the content source selector to confirm the bank is scoped correctly. Following a consistent export and import workflow reduces errors and saves time across repeated cycles.</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Even with careful preparation, export and import processes can produce errors. Format mismatches between the exported file and the LMS version are the most frequent issue. Some LMSs do not support all question types, causing items to be dropped or distorted on import. Encoding problems can corrupt question text, especially when special characters are used. A best practice is to test import a small sample of questions before uploading the full bank. When errors occur, adjust the export settings, re-export, and test again.</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Structured assignment tasks must be carefully configured before generation. Start by defining task parameters — the scope, format, and length expectations. Each task must connect directly to one or more module learning outcomes so learners are assessed on the right competencies. Instructions should be complete and unambiguous, removing any guesswork for the learner. Evaluation criteria make the basis for grading transparent and help learners understand how their work will be judged. The physical structure and formatting of the task also influence how clearly it is understood.</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Effective assignment tasks are not one-size-fits-all. They must be adapted to the specific profile, prior knowledge, and learning context of the intended learner group. Complexity, vocabulary, and task scope should be calibrated appropriately. Accessibility considerations — such as alternative formats or extended time allowances — should be built into the task structure where relevant. Tasks that are well-adapted to their audience produce more valid assessment data and improve learner engagement with the assessment process.</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Assessment alignment means every quiz question and assignment task directly corresponds to the intended topics and learning outcomes in the module plan. The content source selector is the primary mechanism for ensuring relevance from the start of generation. After generating, each item should be explicitly traced to one or more outcomes. A structured review process should compare the full set of generated content against the module plan to confirm completeness and consistency. Assignment tasks must also be validated to confirm their instructions, deliverables, and criteria reflect the intended outcomes.</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Alignment is rarely perfect on the first generation pass. The recommended workflow is an iterative cycle: generate, review against the module plan, adjust parameters or selections, and re-validate. During review, identify any gaps where outcomes are not covered or where questions do not accurately reflect the intended content. Questions can be regenerated or manually edited to close those gaps. This iterative approach ensures that the final assessment achieves full, verifiable alignment with the module plan before deployment.</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close, recap the core concepts covered in this session. The platform's generation tools enable educators to produce quizzes and assignments that are aligned to specific learning outcomes and module content. Choosing the right question types for the right cognitive levels is a deliberate instructional decision. The content source selector is the critical tool used before every generation step to ensure relevance. When exporting, always match the format to your LMS and configure settings carefully. Finally, alignment is an iterative process — generate, review, adjust, and validate until every question and task fully reflects the module plan. These practices together ensure high-quality, purposeful assessments.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Quizzes and Assignments</a:t>
            </a:r>
          </a:p>
        </p:txBody>
      </p:sp>
      <p:sp>
        <p:nvSpPr>
          <p:cNvPr id="3" name="Content Placeholder 2"/>
          <p:cNvSpPr>
            <a:spLocks noGrp="1"/>
          </p:cNvSpPr>
          <p:nvPr>
            <p:ph idx="1"/>
          </p:nvPr>
        </p:nvSpPr>
        <p:spPr/>
        <p:txBody>
          <a:bodyPr/>
          <a:lstStyle/>
          <a:p>
            <a:pPr algn="ctr">
              <a:buNone/>
            </a:pPr>
            <a:r>
              <a:rPr lang="en-US" dirty="0"/>
              <a:t>A practical guide to creating aligned, effective assessments within the platform.</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Quiz and Assignment Generation</a:t>
            </a:r>
          </a:p>
        </p:txBody>
      </p:sp>
      <p:sp>
        <p:nvSpPr>
          <p:cNvPr id="3" name="Content Placeholder 2"/>
          <p:cNvSpPr>
            <a:spLocks noGrp="1"/>
          </p:cNvSpPr>
          <p:nvPr>
            <p:ph idx="1"/>
          </p:nvPr>
        </p:nvSpPr>
        <p:spPr/>
        <p:txBody>
          <a:bodyPr/>
          <a:lstStyle/>
          <a:p>
            <a:r>
              <a:rPr lang="en-US" dirty="0"/>
              <a:t>Automatically generate assessments aligned to learning outcomes.</a:t>
            </a:r>
          </a:p>
          <a:p>
            <a:r>
              <a:rPr lang="en-US" dirty="0"/>
              <a:t>Built-in tools outperform external assessment creation methods.</a:t>
            </a:r>
          </a:p>
          <a:p>
            <a:r>
              <a:rPr lang="en-US" dirty="0"/>
              <a:t>Supports diverse question types and structured assignment tasks.</a:t>
            </a:r>
          </a:p>
          <a:p>
            <a:r>
              <a:rPr lang="en-US" dirty="0"/>
              <a:t>The content source selector targets the right topics and outcomes.</a:t>
            </a:r>
          </a:p>
          <a:p>
            <a:r>
              <a:rPr lang="en-US" dirty="0"/>
              <a:t>All assessments must align tightly with the overall module plan.</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Question Types</a:t>
            </a:r>
          </a:p>
        </p:txBody>
      </p:sp>
      <p:sp>
        <p:nvSpPr>
          <p:cNvPr id="3" name="Content Placeholder 2"/>
          <p:cNvSpPr>
            <a:spLocks noGrp="1"/>
          </p:cNvSpPr>
          <p:nvPr>
            <p:ph idx="1"/>
          </p:nvPr>
        </p:nvSpPr>
        <p:spPr/>
        <p:txBody>
          <a:bodyPr/>
          <a:lstStyle/>
          <a:p>
            <a:r>
              <a:rPr lang="en-US" dirty="0"/>
              <a:t>Multiple choice: one stem, several options, one correct answer.</a:t>
            </a:r>
          </a:p>
          <a:p>
            <a:r>
              <a:rPr lang="en-US" dirty="0"/>
              <a:t>True/false: learners evaluate a single declarative statement.</a:t>
            </a:r>
          </a:p>
          <a:p>
            <a:r>
              <a:rPr lang="en-US" dirty="0"/>
              <a:t>Short answer: learners write a brief word or phrase response.</a:t>
            </a:r>
          </a:p>
          <a:p>
            <a:r>
              <a:rPr lang="en-US" dirty="0"/>
              <a:t>Matching, ordering, and multiselect add variety to banks.</a:t>
            </a:r>
          </a:p>
          <a:p>
            <a:r>
              <a:rPr lang="en-US" dirty="0"/>
              <a:t>Select question types based on the targeted cognitive level.</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Balanced Question Bank</a:t>
            </a:r>
          </a:p>
        </p:txBody>
      </p:sp>
      <p:sp>
        <p:nvSpPr>
          <p:cNvPr id="3" name="Content Placeholder 2"/>
          <p:cNvSpPr>
            <a:spLocks noGrp="1"/>
          </p:cNvSpPr>
          <p:nvPr>
            <p:ph idx="1"/>
          </p:nvPr>
        </p:nvSpPr>
        <p:spPr/>
        <p:txBody>
          <a:bodyPr/>
          <a:lstStyle/>
          <a:p>
            <a:r>
              <a:rPr lang="en-US" dirty="0"/>
              <a:t>A question bank is a repository of categorized assessment questions.</a:t>
            </a:r>
          </a:p>
          <a:p>
            <a:r>
              <a:rPr lang="en-US" dirty="0"/>
              <a:t>Balance across question types strengthens bank effectiveness.</a:t>
            </a:r>
          </a:p>
          <a:p>
            <a:r>
              <a:rPr lang="en-US" dirty="0"/>
              <a:t>Tag and categorize questions for easier reuse across assessments.</a:t>
            </a:r>
          </a:p>
          <a:p>
            <a:r>
              <a:rPr lang="en-US" dirty="0"/>
              <a:t>Review every question for accuracy, clarity, and alignment.</a:t>
            </a:r>
          </a:p>
          <a:p>
            <a:r>
              <a:rPr lang="en-US" dirty="0"/>
              <a:t>A finalized bank is ready to deploy in quizzes or assignments.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Content Source Selector</a:t>
            </a:r>
          </a:p>
        </p:txBody>
      </p:sp>
      <p:sp>
        <p:nvSpPr>
          <p:cNvPr id="3" name="Content Placeholder 2"/>
          <p:cNvSpPr>
            <a:spLocks noGrp="1"/>
          </p:cNvSpPr>
          <p:nvPr>
            <p:ph idx="1"/>
          </p:nvPr>
        </p:nvSpPr>
        <p:spPr/>
        <p:txBody>
          <a:bodyPr/>
          <a:lstStyle/>
          <a:p>
            <a:r>
              <a:rPr lang="en-US" dirty="0"/>
              <a:t>The selector specifies which topics inform generated assessments.</a:t>
            </a:r>
          </a:p>
          <a:p>
            <a:r>
              <a:rPr lang="en-US" dirty="0"/>
              <a:t>Locate the selector within the assessment generation interface.</a:t>
            </a:r>
          </a:p>
          <a:p>
            <a:r>
              <a:rPr lang="en-US" dirty="0"/>
              <a:t>Drill down to individual topics for precise content targeting.</a:t>
            </a:r>
          </a:p>
          <a:p>
            <a:r>
              <a:rPr lang="en-US" dirty="0"/>
              <a:t>Select specific learning outcomes to map each generated question.</a:t>
            </a:r>
          </a:p>
          <a:p>
            <a:r>
              <a:rPr lang="en-US" dirty="0"/>
              <a:t>Confirm selections before generating to avoid misaligned content.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Selector Choices Shape Generated Output</a:t>
            </a:r>
          </a:p>
        </p:txBody>
      </p:sp>
      <p:sp>
        <p:nvSpPr>
          <p:cNvPr id="3" name="Content Placeholder 2"/>
          <p:cNvSpPr>
            <a:spLocks noGrp="1"/>
          </p:cNvSpPr>
          <p:nvPr>
            <p:ph idx="1"/>
          </p:nvPr>
        </p:nvSpPr>
        <p:spPr/>
        <p:txBody>
          <a:bodyPr/>
          <a:lstStyle/>
          <a:p>
            <a:r>
              <a:rPr lang="en-US" dirty="0"/>
              <a:t>Selected topics directly influence question content and vocabulary.</a:t>
            </a:r>
          </a:p>
          <a:p>
            <a:r>
              <a:rPr lang="en-US" dirty="0"/>
              <a:t>Outcome selections control the cognitive level of questions.</a:t>
            </a:r>
          </a:p>
          <a:p>
            <a:r>
              <a:rPr lang="en-US" dirty="0"/>
              <a:t>Misaligned selections produce off-target assessment content.</a:t>
            </a:r>
          </a:p>
          <a:p>
            <a:r>
              <a:rPr lang="en-US" dirty="0"/>
              <a:t>Review selections carefully before initiating generation.</a:t>
            </a:r>
          </a:p>
          <a:p>
            <a:r>
              <a:rPr lang="en-US" dirty="0"/>
              <a:t>Aligned selections produce accurate, outcome-mapped assessments.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and Generating Question Banks</a:t>
            </a:r>
          </a:p>
        </p:txBody>
      </p:sp>
      <p:sp>
        <p:nvSpPr>
          <p:cNvPr id="3" name="Content Placeholder 2"/>
          <p:cNvSpPr>
            <a:spLocks noGrp="1"/>
          </p:cNvSpPr>
          <p:nvPr>
            <p:ph idx="1"/>
          </p:nvPr>
        </p:nvSpPr>
        <p:spPr/>
        <p:txBody>
          <a:bodyPr/>
          <a:lstStyle/>
          <a:p>
            <a:r>
              <a:rPr lang="en-US" dirty="0"/>
              <a:t>Select content sources to drive question generation.</a:t>
            </a:r>
          </a:p>
          <a:p>
            <a:r>
              <a:rPr lang="en-US" dirty="0"/>
              <a:t>Choose multiple question types for cognitive variety.</a:t>
            </a:r>
          </a:p>
          <a:p>
            <a:r>
              <a:rPr lang="en-US" dirty="0"/>
              <a:t>Configure parameters: scope, depth, and question count.</a:t>
            </a:r>
          </a:p>
          <a:p>
            <a:r>
              <a:rPr lang="en-US" dirty="0"/>
              <a:t>Generate the full question set ready for review.</a:t>
            </a:r>
          </a:p>
          <a:p>
            <a:r>
              <a:rPr lang="en-US" dirty="0"/>
              <a:t>Edit questions for accuracy and alignment after generation.</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Organizing and Finalizing the Question Bank</a:t>
            </a:r>
          </a:p>
        </p:txBody>
      </p:sp>
      <p:sp>
        <p:nvSpPr>
          <p:cNvPr id="3" name="Content Placeholder 2"/>
          <p:cNvSpPr>
            <a:spLocks noGrp="1"/>
          </p:cNvSpPr>
          <p:nvPr>
            <p:ph idx="1"/>
          </p:nvPr>
        </p:nvSpPr>
        <p:spPr/>
        <p:txBody>
          <a:bodyPr/>
          <a:lstStyle/>
          <a:p>
            <a:r>
              <a:rPr lang="en-US" dirty="0"/>
              <a:t>Tag questions by topic, outcome, or difficulty level.</a:t>
            </a:r>
          </a:p>
          <a:p>
            <a:r>
              <a:rPr lang="en-US" dirty="0"/>
              <a:t>Use categories and metadata for efficient bank management.</a:t>
            </a:r>
          </a:p>
          <a:p>
            <a:r>
              <a:rPr lang="en-US" dirty="0"/>
              <a:t>Organized banks support reuse across multiple assessments.</a:t>
            </a:r>
          </a:p>
          <a:p>
            <a:r>
              <a:rPr lang="en-US" dirty="0"/>
              <a:t>Confirm the bank is complete and accurate before deployment.</a:t>
            </a:r>
          </a:p>
          <a:p>
            <a:r>
              <a:rPr lang="en-US" dirty="0"/>
              <a:t>A finalized bank is ready for quizzes and assignments.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Exporting to LMS-Compatible Formats</a:t>
            </a:r>
          </a:p>
        </p:txBody>
      </p:sp>
      <p:sp>
        <p:nvSpPr>
          <p:cNvPr id="3" name="Content Placeholder 2"/>
          <p:cNvSpPr>
            <a:spLocks noGrp="1"/>
          </p:cNvSpPr>
          <p:nvPr>
            <p:ph idx="1"/>
          </p:nvPr>
        </p:nvSpPr>
        <p:spPr/>
        <p:txBody>
          <a:bodyPr/>
          <a:lstStyle/>
          <a:p>
            <a:r>
              <a:rPr lang="en-US" dirty="0"/>
              <a:t>Different LMSs support different question bank file formats.</a:t>
            </a:r>
          </a:p>
          <a:p>
            <a:r>
              <a:rPr lang="en-US" dirty="0"/>
              <a:t>Match your export format to your specific LMS version.</a:t>
            </a:r>
          </a:p>
          <a:p>
            <a:r>
              <a:rPr lang="en-US" dirty="0"/>
              <a:t>Configure export settings to include correct metadata and types.</a:t>
            </a:r>
          </a:p>
          <a:p>
            <a:r>
              <a:rPr lang="en-US" dirty="0"/>
              <a:t>Align question bank to topics and outcomes before exporting.</a:t>
            </a:r>
          </a:p>
          <a:p>
            <a:r>
              <a:rPr lang="en-US" dirty="0"/>
              <a:t>Consistent workflows minimize errors during LMS import.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Troubleshooting LMS Export and Import Issues</a:t>
            </a:r>
          </a:p>
        </p:txBody>
      </p:sp>
      <p:sp>
        <p:nvSpPr>
          <p:cNvPr id="3" name="Content Placeholder 2"/>
          <p:cNvSpPr>
            <a:spLocks noGrp="1"/>
          </p:cNvSpPr>
          <p:nvPr>
            <p:ph idx="1"/>
          </p:nvPr>
        </p:nvSpPr>
        <p:spPr/>
        <p:txBody>
          <a:bodyPr/>
          <a:lstStyle/>
          <a:p>
            <a:r>
              <a:rPr lang="en-US" dirty="0"/>
              <a:t>Format mismatches are the most common cause of import failures.</a:t>
            </a:r>
          </a:p>
          <a:p>
            <a:r>
              <a:rPr lang="en-US" dirty="0"/>
              <a:t>Unsupported question types may not transfer correctly.</a:t>
            </a:r>
          </a:p>
          <a:p>
            <a:r>
              <a:rPr lang="en-US" dirty="0"/>
              <a:t>Encoding issues can corrupt question text during import.</a:t>
            </a:r>
          </a:p>
          <a:p>
            <a:r>
              <a:rPr lang="en-US" dirty="0"/>
              <a:t>Test imports with a small sample before full deployment.</a:t>
            </a:r>
          </a:p>
          <a:p>
            <a:r>
              <a:rPr lang="en-US" dirty="0"/>
              <a:t>Resolve errors by adjusting format settings and re-exporting.</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Structured Assignment Tasks</a:t>
            </a:r>
          </a:p>
        </p:txBody>
      </p:sp>
      <p:sp>
        <p:nvSpPr>
          <p:cNvPr id="3" name="Content Placeholder 2"/>
          <p:cNvSpPr>
            <a:spLocks noGrp="1"/>
          </p:cNvSpPr>
          <p:nvPr>
            <p:ph idx="1"/>
          </p:nvPr>
        </p:nvSpPr>
        <p:spPr/>
        <p:txBody>
          <a:bodyPr/>
          <a:lstStyle/>
          <a:p>
            <a:r>
              <a:rPr lang="en-US" dirty="0"/>
              <a:t>Define clear parameters: scope, format, and expected length.</a:t>
            </a:r>
          </a:p>
          <a:p>
            <a:r>
              <a:rPr lang="en-US" dirty="0"/>
              <a:t>Align every task directly to module learning outcomes.</a:t>
            </a:r>
          </a:p>
          <a:p>
            <a:r>
              <a:rPr lang="en-US" dirty="0"/>
              <a:t>Write precise instructions so learners know what is expected.</a:t>
            </a:r>
          </a:p>
          <a:p>
            <a:r>
              <a:rPr lang="en-US" dirty="0"/>
              <a:t>Define evaluation criteria to make grading transparent.</a:t>
            </a:r>
          </a:p>
          <a:p>
            <a:r>
              <a:rPr lang="en-US" dirty="0"/>
              <a:t>Structure and format influence how clearly tasks are received.</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Adapting Assignment Tasks to Learner Needs</a:t>
            </a:r>
          </a:p>
        </p:txBody>
      </p:sp>
      <p:sp>
        <p:nvSpPr>
          <p:cNvPr id="3" name="Content Placeholder 2"/>
          <p:cNvSpPr>
            <a:spLocks noGrp="1"/>
          </p:cNvSpPr>
          <p:nvPr>
            <p:ph idx="1"/>
          </p:nvPr>
        </p:nvSpPr>
        <p:spPr/>
        <p:txBody>
          <a:bodyPr/>
          <a:lstStyle/>
          <a:p>
            <a:r>
              <a:rPr lang="en-US" dirty="0"/>
              <a:t>Tailor tasks to learners' prior knowledge and context.</a:t>
            </a:r>
          </a:p>
          <a:p>
            <a:r>
              <a:rPr lang="en-US" dirty="0"/>
              <a:t>Adapt complexity to match the learner group's profile.</a:t>
            </a:r>
          </a:p>
          <a:p>
            <a:r>
              <a:rPr lang="en-US" dirty="0"/>
              <a:t>Consider accessibility needs when structuring assignments.</a:t>
            </a:r>
          </a:p>
          <a:p>
            <a:r>
              <a:rPr lang="en-US" dirty="0"/>
              <a:t>Aligned tasks assess the right competencies for each audience.</a:t>
            </a:r>
          </a:p>
          <a:p>
            <a:r>
              <a:rPr lang="en-US" dirty="0"/>
              <a:t>Adapted tasks improve engagement and assessment validity.</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Aligning Assessments with the Module Plan</a:t>
            </a:r>
          </a:p>
        </p:txBody>
      </p:sp>
      <p:sp>
        <p:nvSpPr>
          <p:cNvPr id="3" name="Content Placeholder 2"/>
          <p:cNvSpPr>
            <a:spLocks noGrp="1"/>
          </p:cNvSpPr>
          <p:nvPr>
            <p:ph idx="1"/>
          </p:nvPr>
        </p:nvSpPr>
        <p:spPr/>
        <p:txBody>
          <a:bodyPr/>
          <a:lstStyle/>
          <a:p>
            <a:r>
              <a:rPr lang="en-US" dirty="0"/>
              <a:t>Every quiz question must correspond to a module outcome.</a:t>
            </a:r>
          </a:p>
          <a:p>
            <a:r>
              <a:rPr lang="en-US" dirty="0"/>
              <a:t>Use the content source selector for targeted generation.</a:t>
            </a:r>
          </a:p>
          <a:p>
            <a:r>
              <a:rPr lang="en-US" dirty="0"/>
              <a:t>Map each question and task explicitly to learning outcomes.</a:t>
            </a:r>
          </a:p>
          <a:p>
            <a:r>
              <a:rPr lang="en-US" dirty="0"/>
              <a:t>Review generated assessments against the full module plan.</a:t>
            </a:r>
          </a:p>
          <a:p>
            <a:r>
              <a:rPr lang="en-US" dirty="0"/>
              <a:t>Validate assignment criteria for outcome consistency.</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Iterating for Full Alignment</a:t>
            </a:r>
          </a:p>
        </p:txBody>
      </p:sp>
      <p:sp>
        <p:nvSpPr>
          <p:cNvPr id="3" name="Content Placeholder 2"/>
          <p:cNvSpPr>
            <a:spLocks noGrp="1"/>
          </p:cNvSpPr>
          <p:nvPr>
            <p:ph idx="1"/>
          </p:nvPr>
        </p:nvSpPr>
        <p:spPr/>
        <p:txBody>
          <a:bodyPr/>
          <a:lstStyle/>
          <a:p>
            <a:r>
              <a:rPr lang="en-US" dirty="0"/>
              <a:t>First-generation output rarely achieves perfect alignment.</a:t>
            </a:r>
          </a:p>
          <a:p>
            <a:r>
              <a:rPr lang="en-US" dirty="0"/>
              <a:t>Generate, review, adjust, and re-validate as a cycle.</a:t>
            </a:r>
          </a:p>
          <a:p>
            <a:r>
              <a:rPr lang="en-US" dirty="0"/>
              <a:t>Identify gaps between questions and module outcomes.</a:t>
            </a:r>
          </a:p>
          <a:p>
            <a:r>
              <a:rPr lang="en-US" dirty="0"/>
              <a:t>Regenerate or manually edit questions to close gaps.</a:t>
            </a:r>
          </a:p>
          <a:p>
            <a:r>
              <a:rPr lang="en-US" dirty="0"/>
              <a:t>Iteration produces assessments with full outcome coverage.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The platform automates aligned quiz and assignment generation.</a:t>
            </a:r>
          </a:p>
          <a:p>
            <a:r>
              <a:rPr lang="en-US" dirty="0"/>
              <a:t>Select question types to match cognitive levels and outcomes.</a:t>
            </a:r>
          </a:p>
          <a:p>
            <a:r>
              <a:rPr lang="en-US" dirty="0"/>
              <a:t>Use the content source selector before every generation step.</a:t>
            </a:r>
          </a:p>
          <a:p>
            <a:r>
              <a:rPr lang="en-US" dirty="0"/>
              <a:t>Export question banks in the correct LMS-compatible format.</a:t>
            </a:r>
          </a:p>
          <a:p>
            <a:r>
              <a:rPr lang="en-US" dirty="0"/>
              <a:t>Iterate until all assessments fully align with the module plan.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Generating Quizzes and Assignments</dc:title>
  <dc:creator>PreseMaker</dc:creator>
  <cp:lastModifiedBy>PreseMaker</cp:lastModifiedBy>
  <dcterms:created xsi:type="dcterms:W3CDTF">2026-07-09T13:25:15Z</dcterms:created>
  <dcterms:modified xsi:type="dcterms:W3CDTF">2026-07-09T13:25:15Z</dcterms:modified>
</cp:coreProperties>
</file>